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2"/>
  </p:notesMasterIdLst>
  <p:sldIdLst>
    <p:sldId id="256" r:id="rId2"/>
    <p:sldId id="258" r:id="rId3"/>
    <p:sldId id="259" r:id="rId4"/>
    <p:sldId id="264" r:id="rId5"/>
    <p:sldId id="265" r:id="rId6"/>
    <p:sldId id="260" r:id="rId7"/>
    <p:sldId id="261" r:id="rId8"/>
    <p:sldId id="262" r:id="rId9"/>
    <p:sldId id="257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5135A-CE0B-42D2-A6C9-22E12E3D2805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6BBBF-B03D-4B76-9300-AA7042E52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934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6BBBF-B03D-4B76-9300-AA7042E521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976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22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913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53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068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91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44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58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40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83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491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50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BD927E3-9021-4E31-BFF0-B234107D9941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4DECB1A-DF80-4C94-AD10-167F45453CF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77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toketa.booth.p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tam-box.com/pulz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p.worldpuzzle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gmpuzzles.com/blo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tinyurl.com/SudokuvaniaFAQ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52ED7-5468-8C29-D639-6DD8E72AB8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The Art of Puzzles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4B831-CF8E-B85F-AE04-108888732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Izzy Whistlecroft</a:t>
            </a:r>
          </a:p>
        </p:txBody>
      </p:sp>
    </p:spTree>
    <p:extLst>
      <p:ext uri="{BB962C8B-B14F-4D97-AF65-F5344CB8AC3E}">
        <p14:creationId xmlns:p14="http://schemas.microsoft.com/office/powerpoint/2010/main" val="3848467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2216-CD00-56B1-077F-E33F4568C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Puzzles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D0DC6-7D1D-CE61-61FF-0741E8D5D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More than just sudoku!</a:t>
            </a:r>
          </a:p>
          <a:p>
            <a:r>
              <a:rPr lang="en-GB" dirty="0"/>
              <a:t>Hand made &gt; generated!</a:t>
            </a:r>
          </a:p>
          <a:p>
            <a:r>
              <a:rPr lang="en-GB" dirty="0"/>
              <a:t>Variety! Cool solution paths!</a:t>
            </a:r>
          </a:p>
          <a:p>
            <a:r>
              <a:rPr lang="en-GB" dirty="0"/>
              <a:t>Fun logic!</a:t>
            </a:r>
          </a:p>
          <a:p>
            <a:r>
              <a:rPr lang="en-GB" dirty="0"/>
              <a:t>Playful!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D6898-E9AB-3943-8654-B4EC16657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039" y="1690688"/>
            <a:ext cx="5249535" cy="404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166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EEF9-3D48-3D47-D94B-BA72C0358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87596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400" dirty="0" err="1"/>
              <a:t>Toketa</a:t>
            </a:r>
            <a:endParaRPr lang="en-GB" sz="54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8CB37FC-F01F-2F4D-4C40-539F6E926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Huge variety in puzzles</a:t>
            </a:r>
          </a:p>
          <a:p>
            <a:r>
              <a:rPr lang="en-US" sz="2200" dirty="0"/>
              <a:t>New variants!</a:t>
            </a:r>
          </a:p>
          <a:p>
            <a:r>
              <a:rPr lang="en-US" sz="2200" dirty="0"/>
              <a:t>Playful puzzle setting!</a:t>
            </a:r>
          </a:p>
          <a:p>
            <a:r>
              <a:rPr lang="en-US" sz="2200" dirty="0"/>
              <a:t>Starts easy, increasing difficulty</a:t>
            </a:r>
          </a:p>
          <a:p>
            <a:r>
              <a:rPr lang="en-US" sz="2200" dirty="0"/>
              <a:t>Evolving puzzle design over a set</a:t>
            </a:r>
          </a:p>
          <a:p>
            <a:r>
              <a:rPr lang="en-US" sz="2200" dirty="0">
                <a:hlinkClick r:id="rId2"/>
              </a:rPr>
              <a:t>https://toketa.booth.pm/</a:t>
            </a:r>
            <a:r>
              <a:rPr lang="en-US" sz="22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3AE2FC-AB23-508E-5CBF-7D9EFD6D7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736170"/>
            <a:ext cx="2662184" cy="29684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B577C4-046B-2E05-FE04-872CA97E1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183" y="1387526"/>
            <a:ext cx="3354904" cy="366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44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59021C-5D51-5D32-4352-A089B87E2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526" b="6767"/>
          <a:stretch>
            <a:fillRect/>
          </a:stretch>
        </p:blipFill>
        <p:spPr>
          <a:xfrm>
            <a:off x="1959626" y="391305"/>
            <a:ext cx="8272747" cy="571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7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Mollweide Projection Slitherlink">
            <a:extLst>
              <a:ext uri="{FF2B5EF4-FFF2-40B4-BE49-F238E27FC236}">
                <a16:creationId xmlns:a16="http://schemas.microsoft.com/office/drawing/2014/main" id="{7C7D1246-0E7B-6BC4-6489-8379D6B1E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7" b="55287"/>
          <a:stretch>
            <a:fillRect/>
          </a:stretch>
        </p:blipFill>
        <p:spPr>
          <a:xfrm>
            <a:off x="1144043" y="292644"/>
            <a:ext cx="9630959" cy="579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65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97B9C-B6B2-D7B6-0F16-A1C2554B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98417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/>
              <a:t>Pulze</a:t>
            </a:r>
            <a:endParaRPr lang="en-US" sz="54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1BFE98-42F3-A706-9249-DBDE3FEBB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hlinkClick r:id="rId2"/>
              </a:rPr>
              <a:t>https://www.tam-box.com/pulze</a:t>
            </a:r>
            <a:endParaRPr lang="en-US" sz="2200" dirty="0"/>
          </a:p>
          <a:p>
            <a:r>
              <a:rPr lang="en-US" sz="2200" dirty="0"/>
              <a:t>3 Issues so far</a:t>
            </a:r>
          </a:p>
          <a:p>
            <a:r>
              <a:rPr lang="en-US" sz="2200" dirty="0"/>
              <a:t>Latest issue is </a:t>
            </a:r>
            <a:r>
              <a:rPr lang="en-US" sz="2200" dirty="0" err="1"/>
              <a:t>Maths</a:t>
            </a:r>
            <a:r>
              <a:rPr lang="en-US" sz="2200" dirty="0"/>
              <a:t> based</a:t>
            </a:r>
          </a:p>
          <a:p>
            <a:r>
              <a:rPr lang="en-US" sz="2200" dirty="0"/>
              <a:t>Example puzzle: “Word Nurikabe”</a:t>
            </a:r>
          </a:p>
          <a:p>
            <a:endParaRPr lang="en-US" sz="2200" dirty="0"/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EE049ADC-AA55-869F-DB2A-11125B534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175" y="2660904"/>
            <a:ext cx="6916824" cy="37005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3F400F-B8B8-3812-DFC7-9239C4241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787" y="134783"/>
            <a:ext cx="6166482" cy="252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27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BC96-AE5D-49A8-5A27-6CFDBD666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World Puzzle Grand Prix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573C-D091-1E43-0902-67CDD4B8B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https://gp.worldpuzzle.org</a:t>
            </a:r>
            <a:endParaRPr lang="en-GB" dirty="0"/>
          </a:p>
          <a:p>
            <a:r>
              <a:rPr lang="en-GB" dirty="0"/>
              <a:t>Has Sudoku and Puzzle versions</a:t>
            </a:r>
          </a:p>
          <a:p>
            <a:r>
              <a:rPr lang="en-GB" dirty="0"/>
              <a:t>Archive editions are available</a:t>
            </a:r>
          </a:p>
          <a:p>
            <a:endParaRPr lang="en-GB" dirty="0"/>
          </a:p>
        </p:txBody>
      </p:sp>
      <p:pic>
        <p:nvPicPr>
          <p:cNvPr id="5" name="Picture 4" descr="3D Sudoku from Sudoku Grand Prix 2025, Round 8">
            <a:extLst>
              <a:ext uri="{FF2B5EF4-FFF2-40B4-BE49-F238E27FC236}">
                <a16:creationId xmlns:a16="http://schemas.microsoft.com/office/drawing/2014/main" id="{C6011841-028E-A5B7-C9C9-E99FB3BAD3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40" t="6793" r="13319" b="8701"/>
          <a:stretch>
            <a:fillRect/>
          </a:stretch>
        </p:blipFill>
        <p:spPr>
          <a:xfrm>
            <a:off x="8038310" y="1146412"/>
            <a:ext cx="3628216" cy="35707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5F03C2-15E6-8A35-7AB9-E49C76308E1A}"/>
              </a:ext>
            </a:extLst>
          </p:cNvPr>
          <p:cNvSpPr txBox="1"/>
          <p:nvPr/>
        </p:nvSpPr>
        <p:spPr>
          <a:xfrm>
            <a:off x="8406213" y="4717167"/>
            <a:ext cx="3461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3D Sudoku </a:t>
            </a:r>
          </a:p>
          <a:p>
            <a:r>
              <a:rPr lang="en-GB" dirty="0"/>
              <a:t>Sudoku Grand Prix 2025, Round 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235F00-7BD9-614F-1C89-6F33FA90F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221" y="3039837"/>
            <a:ext cx="3155435" cy="31908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DADE9D-DA4C-EB49-43EF-F239A7CDBDE0}"/>
              </a:ext>
            </a:extLst>
          </p:cNvPr>
          <p:cNvSpPr txBox="1"/>
          <p:nvPr/>
        </p:nvSpPr>
        <p:spPr>
          <a:xfrm>
            <a:off x="5158854" y="4956003"/>
            <a:ext cx="27090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Pentominous</a:t>
            </a:r>
            <a:r>
              <a:rPr lang="en-GB" dirty="0"/>
              <a:t> (Ambiguous)</a:t>
            </a:r>
          </a:p>
          <a:p>
            <a:r>
              <a:rPr lang="en-GB" dirty="0"/>
              <a:t>Puzzle Grand Prix 2025, Round 8</a:t>
            </a:r>
          </a:p>
        </p:txBody>
      </p:sp>
    </p:spTree>
    <p:extLst>
      <p:ext uri="{BB962C8B-B14F-4D97-AF65-F5344CB8AC3E}">
        <p14:creationId xmlns:p14="http://schemas.microsoft.com/office/powerpoint/2010/main" val="109772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B3203-EE41-9AFB-B9CC-BFD8939A2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GMPuzzles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91167-5585-0BF8-F7D1-7C6926E6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https://www.gmpuzzles.com/blog/</a:t>
            </a:r>
            <a:endParaRPr lang="en-GB" dirty="0"/>
          </a:p>
          <a:p>
            <a:r>
              <a:rPr lang="en-GB" dirty="0"/>
              <a:t>Regular puzzles on their blog</a:t>
            </a:r>
          </a:p>
          <a:p>
            <a:r>
              <a:rPr lang="en-GB" dirty="0"/>
              <a:t>Handmade puzzles + sudoku</a:t>
            </a:r>
          </a:p>
          <a:p>
            <a:r>
              <a:rPr lang="en-GB" dirty="0"/>
              <a:t>A variety of difficulties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D54D1-7FC7-3500-1DF1-35CC32310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035" y="1145856"/>
            <a:ext cx="3705225" cy="3705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D25E94-EAC9-4557-1212-47B875BE603F}"/>
              </a:ext>
            </a:extLst>
          </p:cNvPr>
          <p:cNvSpPr txBox="1"/>
          <p:nvPr/>
        </p:nvSpPr>
        <p:spPr>
          <a:xfrm>
            <a:off x="7018304" y="4851081"/>
            <a:ext cx="3952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Dutch Whispers Sudoku from </a:t>
            </a:r>
            <a:r>
              <a:rPr lang="en-GB" dirty="0" err="1"/>
              <a:t>gmpuzzles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3309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812B-A8FC-F30F-C7C1-08C31272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34" y="318993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400" dirty="0" err="1"/>
              <a:t>Sudokuvania</a:t>
            </a:r>
            <a:endParaRPr lang="en-GB" sz="54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A419C3E-C03F-7B5B-DFC2-F03370660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A huge fog sudoku</a:t>
            </a:r>
          </a:p>
          <a:p>
            <a:r>
              <a:rPr lang="en-US" sz="2200" dirty="0"/>
              <a:t>Difficult, satisfying!</a:t>
            </a:r>
          </a:p>
          <a:p>
            <a:r>
              <a:rPr lang="en-US" sz="2200" dirty="0"/>
              <a:t>Fun discoveries</a:t>
            </a:r>
          </a:p>
          <a:p>
            <a:r>
              <a:rPr lang="en-US" sz="2200" dirty="0"/>
              <a:t>Well made “boss” puzzles</a:t>
            </a:r>
          </a:p>
          <a:p>
            <a:r>
              <a:rPr lang="en-US" sz="2200" dirty="0"/>
              <a:t>Note: don’t try this one on mobile</a:t>
            </a:r>
          </a:p>
          <a:p>
            <a:endParaRPr lang="en-GB" u="sng" dirty="0">
              <a:hlinkClick r:id="rId2"/>
            </a:endParaRPr>
          </a:p>
          <a:p>
            <a:r>
              <a:rPr lang="en-GB" u="sng" dirty="0">
                <a:hlinkClick r:id="rId2"/>
              </a:rPr>
              <a:t>https://tinyurl.com/SudokuvaniaFAQ</a:t>
            </a:r>
            <a:endParaRPr lang="en-US" sz="2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0BD140-5EFC-F5B4-9E67-6ADDD0B30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24" y="457689"/>
            <a:ext cx="6429597" cy="512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75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6EECA-7955-A6B8-EB3F-BDE02C614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do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65DAC-CA2A-5BF2-56DC-6FCB4BB48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Solve cool puzzles!</a:t>
            </a:r>
          </a:p>
          <a:p>
            <a:r>
              <a:rPr lang="en-GB" dirty="0"/>
              <a:t>Tell me about cool puzzles!</a:t>
            </a:r>
          </a:p>
        </p:txBody>
      </p:sp>
    </p:spTree>
    <p:extLst>
      <p:ext uri="{BB962C8B-B14F-4D97-AF65-F5344CB8AC3E}">
        <p14:creationId xmlns:p14="http://schemas.microsoft.com/office/powerpoint/2010/main" val="570747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</TotalTime>
  <Words>203</Words>
  <Application>Microsoft Macintosh PowerPoint</Application>
  <PresentationFormat>Widescreen</PresentationFormat>
  <Paragraphs>46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Calibri</vt:lpstr>
      <vt:lpstr>Calibri Light</vt:lpstr>
      <vt:lpstr>Retrospect</vt:lpstr>
      <vt:lpstr>The Art of Puzzles</vt:lpstr>
      <vt:lpstr>Logic Puzzles</vt:lpstr>
      <vt:lpstr>Toketa</vt:lpstr>
      <vt:lpstr>PowerPoint Presentation</vt:lpstr>
      <vt:lpstr>PowerPoint Presentation</vt:lpstr>
      <vt:lpstr>Pulze</vt:lpstr>
      <vt:lpstr>World Puzzle Grand Prix</vt:lpstr>
      <vt:lpstr>GMPuzzles</vt:lpstr>
      <vt:lpstr>Sudokuvania</vt:lpstr>
      <vt:lpstr>What to do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Izzy Whistlecroft</dc:creator>
  <cp:lastModifiedBy>Katie Steckles</cp:lastModifiedBy>
  <cp:revision>3</cp:revision>
  <dcterms:created xsi:type="dcterms:W3CDTF">2025-11-12T14:52:50Z</dcterms:created>
  <dcterms:modified xsi:type="dcterms:W3CDTF">2025-11-23T18:16:44Z</dcterms:modified>
</cp:coreProperties>
</file>