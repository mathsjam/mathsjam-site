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4"/>
    <p:sldMasterId id="2147483987" r:id="rId5"/>
  </p:sldMasterIdLst>
  <p:notesMasterIdLst>
    <p:notesMasterId r:id="rId29"/>
  </p:notesMasterIdLst>
  <p:handoutMasterIdLst>
    <p:handoutMasterId r:id="rId30"/>
  </p:handoutMasterIdLst>
  <p:sldIdLst>
    <p:sldId id="274" r:id="rId6"/>
    <p:sldId id="276" r:id="rId7"/>
    <p:sldId id="278" r:id="rId8"/>
    <p:sldId id="275" r:id="rId9"/>
    <p:sldId id="282" r:id="rId10"/>
    <p:sldId id="283" r:id="rId11"/>
    <p:sldId id="280" r:id="rId12"/>
    <p:sldId id="285" r:id="rId13"/>
    <p:sldId id="284" r:id="rId14"/>
    <p:sldId id="286" r:id="rId15"/>
    <p:sldId id="290" r:id="rId16"/>
    <p:sldId id="288" r:id="rId17"/>
    <p:sldId id="291" r:id="rId18"/>
    <p:sldId id="292" r:id="rId19"/>
    <p:sldId id="293" r:id="rId20"/>
    <p:sldId id="294" r:id="rId21"/>
    <p:sldId id="295" r:id="rId22"/>
    <p:sldId id="296" r:id="rId23"/>
    <p:sldId id="298" r:id="rId24"/>
    <p:sldId id="299" r:id="rId25"/>
    <p:sldId id="300" r:id="rId26"/>
    <p:sldId id="301" r:id="rId27"/>
    <p:sldId id="297" r:id="rId28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281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F99CCA-40E6-431B-8A92-39168E1B6F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5A9DA-E7A2-4041-A43D-791D4F82AC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BC724-08D5-4755-BFD4-882F76444BB5}" type="datetimeFigureOut">
              <a:rPr lang="en-AU" smtClean="0"/>
              <a:t>23/11/2025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CC105-5CA8-4EEA-9108-0E6522E6A3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590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68A60-4B59-40F1-B726-D956429C5C9E}" type="datetimeFigureOut">
              <a:rPr lang="en-AU" smtClean="0"/>
              <a:t>23/11/2025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745C1-A773-4D9E-8475-6026C7DD650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041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1DBA67-30CE-4624-801A-8583EFA45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2411999"/>
            <a:ext cx="9021764" cy="615553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Cover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555C0D5-EC80-4CCA-8270-4CE47862E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4" y="3132000"/>
            <a:ext cx="9021762" cy="3877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2800" kern="1200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Cover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DAADD92-7453-4A83-91C6-B5F6E01A28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6026150"/>
            <a:ext cx="5329237" cy="1746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20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A7456-7A16-4CC1-9A50-E0FF881EE5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6268670"/>
            <a:ext cx="5319712" cy="174624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GB" dirty="0"/>
              <a:t>DDDD MMMM</a:t>
            </a:r>
          </a:p>
        </p:txBody>
      </p:sp>
    </p:spTree>
    <p:extLst>
      <p:ext uri="{BB962C8B-B14F-4D97-AF65-F5344CB8AC3E}">
        <p14:creationId xmlns:p14="http://schemas.microsoft.com/office/powerpoint/2010/main" val="115499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text o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410B8-7C3D-484E-9302-3E6968656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Slide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A740BB2-3E05-438D-A466-10499F9D16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4" y="1306800"/>
            <a:ext cx="5322885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C9E77EB-1FC1-41DE-9575-67E0CB6106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8813" y="1811339"/>
            <a:ext cx="10874375" cy="4354512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 sz="2000"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text, image or graph/table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135014-C08C-4A66-8213-6117EBA021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2BD3C9-7B98-4F8C-8059-46844677E9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299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text or content -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410B8-7C3D-484E-9302-3E6968656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Slide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A740BB2-3E05-438D-A466-10499F9D16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4" y="1306800"/>
            <a:ext cx="5322885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C9E77EB-1FC1-41DE-9575-67E0CB6106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8813" y="1811339"/>
            <a:ext cx="10874375" cy="4354512"/>
          </a:xfrm>
        </p:spPr>
        <p:txBody>
          <a:bodyPr/>
          <a:lstStyle>
            <a:lvl1pPr>
              <a:defRPr/>
            </a:lvl1pPr>
            <a:lvl3pPr marL="1078992" indent="-356616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j-lt"/>
              </a:defRPr>
            </a:lvl3pPr>
            <a:lvl4pPr marL="1435608" indent="-356616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j-lt"/>
              </a:defRPr>
            </a:lvl4pPr>
            <a:lvl5pPr marL="1792224" indent="-356616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j-lt"/>
              </a:defRPr>
            </a:lvl5pPr>
            <a:lvl6pPr>
              <a:defRPr sz="2000"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text, image or graph/table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135014-C08C-4A66-8213-6117EBA021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2BD3C9-7B98-4F8C-8059-46844677E9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06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410B8-7C3D-484E-9302-3E6968656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9021764" cy="5328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Slide title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135014-C08C-4A66-8213-6117EBA021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2BD3C9-7B98-4F8C-8059-46844677E9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37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text or images (unequ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865-6617-409D-A625-B63EFCCF8C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269ECDF-EAA4-4EDA-BBA4-D6955429A9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2C8C5A6-3869-4A5C-B255-BB78E5C41A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1" y="1811339"/>
            <a:ext cx="3468687" cy="4354512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C3589E9-7FC2-430B-A305-89B31844D41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57688" y="1811339"/>
            <a:ext cx="7175499" cy="4354512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text, image or chart/table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	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81942-8001-DCCC-7828-47294F4C4FE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2818F-4626-B6F2-0ED2-D17F2A490B1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304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text o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24CF-B62D-43B3-ABC3-1EC2A3CB7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Slide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CAF9701-EE58-43C3-8B35-4CE182DA94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346BCF9-C87A-4439-AC19-4B8688D7A7C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55636" y="1811339"/>
            <a:ext cx="5322890" cy="4354512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text, image or graph/table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356D59A-1FC5-4F41-AE37-8948D8490708}"/>
              </a:ext>
            </a:extLst>
          </p:cNvPr>
          <p:cNvSpPr>
            <a:spLocks noGrp="1"/>
          </p:cNvSpPr>
          <p:nvPr>
            <p:ph sz="quarter" idx="61" hasCustomPrompt="1"/>
          </p:nvPr>
        </p:nvSpPr>
        <p:spPr>
          <a:xfrm>
            <a:off x="6210300" y="1811339"/>
            <a:ext cx="5322888" cy="4354512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text, image or graph/table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C54160DD-C600-48D9-BAC2-EC17A0153F31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2DACF9D-B176-4395-B83A-A4F4B94814E0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02C899-8005-40F8-A9B0-E4F2A7E861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3742587" y="3929047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101D9F4-BB9A-4CE5-84BF-D5DBCF64087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9291598" y="3929047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160546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410B8-7C3D-484E-9302-3E6968656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Slide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A740BB2-3E05-438D-A466-10499F9D16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4" y="1306800"/>
            <a:ext cx="5322885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135014-C08C-4A66-8213-6117EBA021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2BD3C9-7B98-4F8C-8059-46844677E9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4288418-885E-4C4C-9679-4E525D7DF7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1811337"/>
            <a:ext cx="10874375" cy="4354513"/>
          </a:xfrm>
        </p:spPr>
        <p:txBody>
          <a:bodyPr>
            <a:noAutofit/>
          </a:bodyPr>
          <a:lstStyle>
            <a:lvl1pPr marL="0" indent="0" eaLnBrk="1" hangingPunct="1">
              <a:lnSpc>
                <a:spcPts val="32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0" indent="0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</a:defRPr>
            </a:lvl2pPr>
            <a:lvl3pPr marL="0" indent="0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​"/>
              <a:defRPr sz="2800"/>
            </a:lvl3pPr>
            <a:lvl4pPr marL="0" indent="0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​"/>
              <a:defRPr sz="2800" b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ts val="3200"/>
              </a:lnSpc>
              <a:spcAft>
                <a:spcPts val="120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5pPr>
            <a:lvl6pPr>
              <a:lnSpc>
                <a:spcPts val="3200"/>
              </a:lnSpc>
              <a:spcAft>
                <a:spcPts val="1200"/>
              </a:spcAft>
              <a:defRPr lang="en-GB" sz="2800" b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lnSpc>
                <a:spcPts val="3200"/>
              </a:lnSpc>
              <a:spcAft>
                <a:spcPts val="1200"/>
              </a:spcAft>
              <a:defRPr lang="en-GB" sz="28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lnSpc>
                <a:spcPts val="3200"/>
              </a:lnSpc>
              <a:spcAft>
                <a:spcPts val="1200"/>
              </a:spcAft>
              <a:buNone/>
              <a:defRPr lang="en-GB" sz="28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ts val="3200"/>
              </a:lnSpc>
              <a:spcAft>
                <a:spcPts val="1200"/>
              </a:spcAft>
              <a:defRPr lang="en-GB" sz="28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dirty="0"/>
              <a:t>Agenda item (</a:t>
            </a:r>
            <a:r>
              <a:rPr lang="en-GB" sz="2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sz="2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Styles Pane </a:t>
            </a:r>
            <a:r>
              <a:rPr lang="en-GB" sz="2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Templafy ribbon to select up to </a:t>
            </a:r>
            <a:br>
              <a:rPr lang="en-GB" sz="2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2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9 different levels text or headings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Agenda item title</a:t>
            </a:r>
          </a:p>
          <a:p>
            <a:pPr lvl="2"/>
            <a:r>
              <a:rPr lang="en-GB" dirty="0"/>
              <a:t>Agenda item title</a:t>
            </a:r>
          </a:p>
          <a:p>
            <a:pPr lvl="3"/>
            <a:r>
              <a:rPr lang="en-GB" dirty="0"/>
              <a:t>Agenda item title</a:t>
            </a:r>
          </a:p>
          <a:p>
            <a:pPr lvl="4"/>
            <a:r>
              <a:rPr lang="en-GB" dirty="0"/>
              <a:t>Agenda item title</a:t>
            </a:r>
          </a:p>
          <a:p>
            <a:pPr lvl="5"/>
            <a:r>
              <a:rPr lang="en-GB" dirty="0"/>
              <a:t>Agenda item title</a:t>
            </a:r>
          </a:p>
          <a:p>
            <a:pPr lvl="6"/>
            <a:r>
              <a:rPr lang="en-GB" dirty="0"/>
              <a:t>Agenda item title</a:t>
            </a:r>
          </a:p>
        </p:txBody>
      </p:sp>
    </p:spTree>
    <p:extLst>
      <p:ext uri="{BB962C8B-B14F-4D97-AF65-F5344CB8AC3E}">
        <p14:creationId xmlns:p14="http://schemas.microsoft.com/office/powerpoint/2010/main" val="167747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26D2-19D7-4AB5-9542-4BA174D32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Divider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DE4E882-A5E4-41BB-965A-3D0AE5DB5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1811338"/>
            <a:ext cx="9021763" cy="34640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Optional 40pt value statement, 25 words </a:t>
            </a:r>
            <a:r>
              <a:rPr lang="en-GB" dirty="0" err="1"/>
              <a:t>sdf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E0B63-90EE-4F28-BF73-5D84708C7D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492E6-8E1C-4F22-B24D-FA8A639C2D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176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B89C57-D4B3-4832-8C4A-C49A0DD985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2411999"/>
            <a:ext cx="9021764" cy="61555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Cover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579E5C3-FE22-4D7A-8484-F9024E0C37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4" y="3132000"/>
            <a:ext cx="9021762" cy="3877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28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Cover subtitle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0FC868B-7E5D-443B-9ED2-FC88F7DD53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6026150"/>
            <a:ext cx="5329237" cy="1746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20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Firstname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9A9DBE-AE7B-42AE-9DD1-81353F9A1FC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8813" y="6268670"/>
            <a:ext cx="5319712" cy="174624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DDDD MMMM</a:t>
            </a:r>
          </a:p>
        </p:txBody>
      </p:sp>
    </p:spTree>
    <p:extLst>
      <p:ext uri="{BB962C8B-B14F-4D97-AF65-F5344CB8AC3E}">
        <p14:creationId xmlns:p14="http://schemas.microsoft.com/office/powerpoint/2010/main" val="216623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9B8F3E6-0C4D-46FE-AAF5-B2E9E31AD94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597852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B80DFF50-DB1D-448C-A6A7-F7D4CA2CC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6450" y="2411999"/>
            <a:ext cx="5136738" cy="61555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Cover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1109BE2-2796-4569-B0E4-9C84074DFE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6450" y="3132000"/>
            <a:ext cx="5136737" cy="3877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2800" kern="1200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Cover 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34C79B3-D5C2-4EBE-BC85-0B851E8755E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6450" y="6026150"/>
            <a:ext cx="5136736" cy="1746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20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B10E1F8-3123-4144-8B55-7B21F0CCB2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96450" y="6268670"/>
            <a:ext cx="5136736" cy="174624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GB" dirty="0"/>
              <a:t>DDDD MMMM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F5ECD375-0233-4248-828F-785FB172D7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-1977257" y="4416727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08272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699F18F3-83CE-4B8C-A573-BB14302444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2411999"/>
            <a:ext cx="5102416" cy="61555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Cover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3997B08-B5A4-41AD-83CF-D0095C2EAC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4" y="3132000"/>
            <a:ext cx="5102415" cy="3877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2800" kern="1200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Cover 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5CFC4F1-DD06-4AC9-9EED-47E7BC6CE4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4" y="6026150"/>
            <a:ext cx="5102414" cy="1746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20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676BDDC-3D34-4941-A1E0-6D688809C9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6268670"/>
            <a:ext cx="5093294" cy="174624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GB" dirty="0"/>
              <a:t>DDDD MMMM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75704E1-6DE3-46F7-990A-1A4A946726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983477" y="0"/>
            <a:ext cx="620395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6FBC2FC-02EA-48E9-BF11-1F9E021020E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375384" y="357878"/>
            <a:ext cx="1157804" cy="304111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D3B89D64-B650-4E0A-8B77-69ECF95B5A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818902" y="4438063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1001342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05C0-3CE2-46F9-86BA-958E3224B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Divider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899579-6E1C-4071-BD34-4EA2721800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1811338"/>
            <a:ext cx="9021763" cy="30777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Optional 40pt value statement, 25 words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C615C-6A84-4A9F-BB12-FFA78DB88F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4A84-2123-44DE-A4DD-AB014615DA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4007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E8BFB-1373-49BE-87CA-3CE4F6C625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C5713-6C88-4AC1-AB4A-39C8057C1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Divider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5E4C5-1346-42A7-B2F6-C7B0E648634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91808-9673-43ED-84F6-15C685FF07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6EB7FA8C-D99A-4E16-A545-60A796085B1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375384" y="357878"/>
            <a:ext cx="1157804" cy="304111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F48DFA86-33C4-4DBB-A0EA-DB28DC4C2F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291598" y="3932095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4294277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E8BFB-1373-49BE-87CA-3CE4F6C625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D11F9-6DFD-4DD5-AFB1-67F1FD52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Divider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48852-0866-4A32-8068-D7E54A90AE62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3BAC3-D3BA-4C01-95C0-A58BB0B6944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423205B8-0B97-426F-8EAB-1F01749E652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375384" y="357878"/>
            <a:ext cx="1157804" cy="304111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17385FF2-54BC-4585-AC9A-665DB93EBA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291598" y="3932095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1615413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865-6617-409D-A625-B63EFCCF8C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139D4-F9FA-4509-89FC-BF815A08AF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0726" y="2804400"/>
            <a:ext cx="4668956" cy="820800"/>
          </a:xfrm>
        </p:spPr>
        <p:txBody>
          <a:bodyPr/>
          <a:lstStyle>
            <a:lvl1pPr marL="0" indent="0">
              <a:buNone/>
              <a:tabLst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Large display copy, value statement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97DC46-E3B8-409B-8346-E2C364D67289}"/>
              </a:ext>
            </a:extLst>
          </p:cNvPr>
          <p:cNvCxnSpPr>
            <a:cxnSpLocks/>
          </p:cNvCxnSpPr>
          <p:nvPr userDrawn="1"/>
        </p:nvCxnSpPr>
        <p:spPr>
          <a:xfrm>
            <a:off x="658813" y="2801257"/>
            <a:ext cx="0" cy="187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D14BB3-9A04-4043-BE06-23577F9374DC}"/>
              </a:ext>
            </a:extLst>
          </p:cNvPr>
          <p:cNvCxnSpPr>
            <a:cxnSpLocks/>
          </p:cNvCxnSpPr>
          <p:nvPr userDrawn="1"/>
        </p:nvCxnSpPr>
        <p:spPr>
          <a:xfrm>
            <a:off x="6211892" y="2801257"/>
            <a:ext cx="0" cy="187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1558ED-EF23-4024-8F74-2D73A4DB537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51288" y="3747600"/>
            <a:ext cx="4668149" cy="108230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F7573B-0AC9-49D3-B9D8-196CCF22C4D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404382" y="3747600"/>
            <a:ext cx="4668133" cy="1082308"/>
          </a:xfrm>
        </p:spPr>
        <p:txBody>
          <a:bodyPr/>
          <a:lstStyle>
            <a:lvl1pPr marL="0" indent="0">
              <a:buNone/>
              <a:tabLst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5FEAC-FB2A-4E04-A1F0-34E6995C2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5D933-4575-418D-9DE4-A56E4CA0F5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DF95CAB-E075-C24D-41C1-4232B7F314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1741" y="2801257"/>
            <a:ext cx="4668956" cy="820800"/>
          </a:xfrm>
        </p:spPr>
        <p:txBody>
          <a:bodyPr/>
          <a:lstStyle>
            <a:lvl1pPr marL="0" indent="0">
              <a:buNone/>
              <a:tabLst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Large display copy, value statement</a:t>
            </a:r>
          </a:p>
        </p:txBody>
      </p:sp>
    </p:spTree>
    <p:extLst>
      <p:ext uri="{BB962C8B-B14F-4D97-AF65-F5344CB8AC3E}">
        <p14:creationId xmlns:p14="http://schemas.microsoft.com/office/powerpoint/2010/main" val="1791932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5842-F2AC-440D-8EA3-6B4A105364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3301" y="1815550"/>
            <a:ext cx="4919886" cy="215445"/>
          </a:xfrm>
        </p:spPr>
        <p:txBody>
          <a:bodyPr anchor="b"/>
          <a:lstStyle>
            <a:lvl1pPr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Project or service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DF39B-77D8-4B38-9BD8-B41B19EE50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5750" y="2195704"/>
            <a:ext cx="4897436" cy="25425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GB" dirty="0"/>
              <a:t>Value statement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CC72B0B-AE2C-4947-B262-3AD4F0B3E0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5750" y="4798909"/>
            <a:ext cx="4897436" cy="6518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copy, 25 words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511A1-0BCD-484A-B3F4-35C2F6F228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13525" y="6168154"/>
            <a:ext cx="4919663" cy="236538"/>
          </a:xfr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GB" dirty="0"/>
              <a:t>Image caption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75704E1-6DE3-46F7-990A-1A4A946726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7988" y="438150"/>
            <a:ext cx="5802312" cy="59991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3173B-B80B-4919-82C0-407E51C4FFF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0242-E67D-4CC0-B6E0-04FF3307AE6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E4065B15-25FC-46BC-A06F-AA8614ED84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-1449554" y="3932095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745870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75704E1-6DE3-46F7-990A-1A4A946726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10302" y="0"/>
            <a:ext cx="598169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605842-F2AC-440D-8EA3-6B4A105364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155" y="1815550"/>
            <a:ext cx="4896000" cy="215445"/>
          </a:xfrm>
        </p:spPr>
        <p:txBody>
          <a:bodyPr anchor="b"/>
          <a:lstStyle>
            <a:lvl1pPr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Project or service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DF39B-77D8-4B38-9BD8-B41B19EE50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1155" y="2195704"/>
            <a:ext cx="4897436" cy="25425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GB" dirty="0"/>
              <a:t>Value statement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CC72B0B-AE2C-4947-B262-3AD4F0B3E0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1155" y="4798909"/>
            <a:ext cx="4896000" cy="6518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copy, 25 words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511A1-0BCD-484A-B3F4-35C2F6F228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1155" y="6172200"/>
            <a:ext cx="4896000" cy="236538"/>
          </a:xfr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GB" dirty="0"/>
              <a:t>Image caption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3173B-B80B-4919-82C0-407E51C4FFF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0242-E67D-4CC0-B6E0-04FF3307AE6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58A093A2-8ED3-43CD-B950-888106990D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291598" y="3932095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170934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">
    <p:bg>
      <p:bgPr>
        <a:solidFill>
          <a:srgbClr val="E6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75704E1-6DE3-46F7-990A-1A4A946726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10300" y="0"/>
            <a:ext cx="59817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605842-F2AC-440D-8EA3-6B4A105364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37" y="1815550"/>
            <a:ext cx="4896000" cy="215445"/>
          </a:xfrm>
        </p:spPr>
        <p:txBody>
          <a:bodyPr anchor="b"/>
          <a:lstStyle>
            <a:lvl1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Project or service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DF39B-77D8-4B38-9BD8-B41B19EE50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437" y="2195704"/>
            <a:ext cx="4897436" cy="25425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GB" dirty="0"/>
              <a:t>Value statement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CC72B0B-AE2C-4947-B262-3AD4F0B3E0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437" y="4798909"/>
            <a:ext cx="4896000" cy="6518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copy, 25 words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511A1-0BCD-484A-B3F4-35C2F6F228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437" y="6172200"/>
            <a:ext cx="4896000" cy="236538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 caption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3173B-B80B-4919-82C0-407E51C4FFF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0242-E67D-4CC0-B6E0-04FF3307AE6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AAEC3064-9F37-42F0-B69D-798280580D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291598" y="3932095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850996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75704E1-6DE3-46F7-990A-1A4A946726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FE53F9-F5EA-4BE2-88BA-EFAE32BFA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298" y="2449607"/>
            <a:ext cx="5324400" cy="215445"/>
          </a:xfrm>
        </p:spPr>
        <p:txBody>
          <a:bodyPr anchor="b"/>
          <a:lstStyle>
            <a:lvl1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Optional 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358D72D-3682-4C24-8D74-1B66D57582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0298" y="2829762"/>
            <a:ext cx="5324400" cy="12332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GB" dirty="0"/>
              <a:t>Value statement or headline.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528C92DC-D9EA-4F1E-A648-F7F213DBFBD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0411" y="6169025"/>
            <a:ext cx="5322534" cy="236538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 caption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FB5752-C9F0-4ED5-8347-076F042390C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DCA93-8550-4F0B-8AD2-EB331604A3F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A89F144-0437-4158-BDC0-52ACE9C6D93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375384" y="357878"/>
            <a:ext cx="1157804" cy="304111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9A39177-17B9-4B40-AC65-B8FBC856C1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0298" y="4424593"/>
            <a:ext cx="5324400" cy="6518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Supporting copy, 25 words</a:t>
            </a:r>
          </a:p>
        </p:txBody>
      </p:sp>
      <p:sp>
        <p:nvSpPr>
          <p:cNvPr id="16" name="Copyright">
            <a:extLst>
              <a:ext uri="{FF2B5EF4-FFF2-40B4-BE49-F238E27FC236}">
                <a16:creationId xmlns:a16="http://schemas.microsoft.com/office/drawing/2014/main" id="{26B28194-B07A-45AB-9333-5AF168E3549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-1450198" y="3932095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solidFill>
                  <a:schemeClr val="bg2"/>
                </a:solidFill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176662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text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410B8-7C3D-484E-9302-3E6968656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Slide title</a:t>
            </a:r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4961DAD4-E8B8-4FF0-A559-111159986D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8813" y="1811339"/>
            <a:ext cx="10874375" cy="4354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135014-C08C-4A66-8213-6117EBA021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2BD3C9-7B98-4F8C-8059-46844677E9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4380270-8197-433E-A5D1-E3D82ED412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291598" y="3932095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33689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EC44DA-96B3-4536-A2BE-A4A4C39FEC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57688" y="0"/>
            <a:ext cx="783431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1776F-8976-490C-A8A6-7D91B90A0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2846452"/>
            <a:ext cx="3468689" cy="582548"/>
          </a:xfrm>
        </p:spPr>
        <p:txBody>
          <a:bodyPr/>
          <a:lstStyle/>
          <a:p>
            <a:r>
              <a:rPr lang="en-GB" dirty="0"/>
              <a:t>Project title </a:t>
            </a:r>
            <a:br>
              <a:rPr lang="en-GB" dirty="0"/>
            </a:br>
            <a:r>
              <a:rPr lang="en-GB" dirty="0"/>
              <a:t>and location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33A2356-8DEE-4080-8A9C-B49575067F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2448063"/>
            <a:ext cx="3468689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5D156-7C1E-46E5-86E8-2C76EDA14D72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28DD2-2CE1-49A4-B9BF-897CC02BB95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C618A0A1-0C41-4356-B539-41589BCD47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742702" y="4422823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999454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Projec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EC44DA-96B3-4536-A2BE-A4A4C39FEC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57688" y="0"/>
            <a:ext cx="783431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1776F-8976-490C-A8A6-7D91B90A0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2846452"/>
            <a:ext cx="3468689" cy="5825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Project title </a:t>
            </a:r>
            <a:br>
              <a:rPr lang="en-GB" dirty="0"/>
            </a:br>
            <a:r>
              <a:rPr lang="en-GB" dirty="0"/>
              <a:t>and location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33A2356-8DEE-4080-8A9C-B49575067F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2448063"/>
            <a:ext cx="3468689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5D156-7C1E-46E5-86E8-2C76EDA14D72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28DD2-2CE1-49A4-B9BF-897CC02BB95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B103D9E7-7EBB-4C59-9839-7BB8AD8688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742702" y="4422823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96502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EC44DA-96B3-4536-A2BE-A4A4C39FEC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0300" y="0"/>
            <a:ext cx="59817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1776F-8976-490C-A8A6-7D91B90A0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33A2356-8DEE-4080-8A9C-B49575067F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4183B-83D1-4CB6-8A61-E23A5C30DC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813" y="1811337"/>
            <a:ext cx="5319712" cy="4103141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5D156-7C1E-46E5-86E8-2C76EDA14D72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28DD2-2CE1-49A4-B9BF-897CC02BB95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7AECFC4F-8375-498A-991F-37153AF1D3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9742702" y="4422823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868439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5EABB-8A76-47B7-8380-C074F1F48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99280FD-79BD-466C-AAFB-08DF3DCD1E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2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B4759FA-0DD1-4D6E-BF7F-14EB13925F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1811337"/>
            <a:ext cx="5319712" cy="4103141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B17FFEE-D7A4-4855-A18E-9969456E64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3476" y="0"/>
            <a:ext cx="5978523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7CB25805-C566-44A1-98AB-CECD25417C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3476" y="3429000"/>
            <a:ext cx="5978523" cy="3424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74055C-F3A6-40AD-8C7B-A449B8CB967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FD4DE-7E00-4C85-8E46-386DA1F1C92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Copyright">
            <a:extLst>
              <a:ext uri="{FF2B5EF4-FFF2-40B4-BE49-F238E27FC236}">
                <a16:creationId xmlns:a16="http://schemas.microsoft.com/office/drawing/2014/main" id="{A4A7345B-4D74-49C1-930D-4BBB5DA9EE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0480764" y="5160885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54D6592C-B81E-4F2C-B832-B37C57FA12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10480765" y="1753221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8132241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5EABB-8A76-47B7-8380-C074F1F48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99280FD-79BD-466C-AAFB-08DF3DCD1E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2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B4759FA-0DD1-4D6E-BF7F-14EB13925F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1811337"/>
            <a:ext cx="5319712" cy="4103141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B17FFEE-D7A4-4855-A18E-9969456E64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3477" y="4666"/>
            <a:ext cx="2988000" cy="6853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7CB25805-C566-44A1-98AB-CECD25417C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201477" y="0"/>
            <a:ext cx="2988000" cy="6853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74055C-F3A6-40AD-8C7B-A449B8CB967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FD4DE-7E00-4C85-8E46-386DA1F1C92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02980B71-BDCC-4079-B6D7-3CC746B4148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9742702" y="4422823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5" name="Copyright">
            <a:extLst>
              <a:ext uri="{FF2B5EF4-FFF2-40B4-BE49-F238E27FC236}">
                <a16:creationId xmlns:a16="http://schemas.microsoft.com/office/drawing/2014/main" id="{A91B7738-066C-4911-AC10-569A55E17F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6816453" y="4422823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7169061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5EABB-8A76-47B7-8380-C074F1F48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99280FD-79BD-466C-AAFB-08DF3DCD1E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2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B4759FA-0DD1-4D6E-BF7F-14EB13925F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1811337"/>
            <a:ext cx="5319712" cy="4103141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B17FFEE-D7A4-4855-A18E-9969456E64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9019" y="0"/>
            <a:ext cx="2988000" cy="343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7CB25805-C566-44A1-98AB-CECD25417C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201477" y="13998"/>
            <a:ext cx="2988000" cy="343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74055C-F3A6-40AD-8C7B-A449B8CB967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FD4DE-7E00-4C85-8E46-386DA1F1C92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CFF9D9D6-58B5-43C0-812B-30CAFE4D7A11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219019" y="3427200"/>
            <a:ext cx="2988000" cy="343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D61791A-6DA9-49D9-9AB4-C7E28CACC509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204000" y="3427200"/>
            <a:ext cx="2988000" cy="343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C6A9BF4B-165D-4233-A4AE-023A5ABBEDE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0480764" y="5160885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8F8B7E56-553E-4DA9-BD1C-5D50952E0D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7554515" y="5160885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34CEC00F-8512-460C-9061-435C1FC758A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rot="16200000">
            <a:off x="10480765" y="180503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3" name="Copyright">
            <a:extLst>
              <a:ext uri="{FF2B5EF4-FFF2-40B4-BE49-F238E27FC236}">
                <a16:creationId xmlns:a16="http://schemas.microsoft.com/office/drawing/2014/main" id="{CC1F608D-03EF-4B00-A8C1-A5D9080D1FE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 rot="16200000">
            <a:off x="7554516" y="180503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5480083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5EABB-8A76-47B7-8380-C074F1F48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99280FD-79BD-466C-AAFB-08DF3DCD1E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2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B4759FA-0DD1-4D6E-BF7F-14EB13925F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1811337"/>
            <a:ext cx="5319712" cy="4103141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Click to add text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B17FFEE-D7A4-4855-A18E-9969456E64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9019" y="0"/>
            <a:ext cx="29880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7CB25805-C566-44A1-98AB-CECD25417C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204000" y="0"/>
            <a:ext cx="29880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74055C-F3A6-40AD-8C7B-A449B8CB967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CFF9D9D6-58B5-43C0-812B-30CAFE4D7A11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219019" y="2281335"/>
            <a:ext cx="29880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D61791A-6DA9-49D9-9AB4-C7E28CACC509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204000" y="2281335"/>
            <a:ext cx="29880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85EF5F-A950-4EEB-912E-C1344B499871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219019" y="4544291"/>
            <a:ext cx="2988000" cy="2313709"/>
          </a:xfr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4798DC-9296-4D30-9DA5-BDC358E6EF4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204000" y="4544291"/>
            <a:ext cx="2988000" cy="2313709"/>
          </a:xfr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F4C3D172-D8AB-40B9-AD21-E3633B2814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1020764" y="5700885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3" name="Copyright">
            <a:extLst>
              <a:ext uri="{FF2B5EF4-FFF2-40B4-BE49-F238E27FC236}">
                <a16:creationId xmlns:a16="http://schemas.microsoft.com/office/drawing/2014/main" id="{E07B621F-C3D1-402D-8EC2-6149DBF2C8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8094515" y="5700885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4" name="Copyright">
            <a:extLst>
              <a:ext uri="{FF2B5EF4-FFF2-40B4-BE49-F238E27FC236}">
                <a16:creationId xmlns:a16="http://schemas.microsoft.com/office/drawing/2014/main" id="{30093E19-D22B-454E-B253-1E3037C14F4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11020765" y="3369165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5" name="Copyright">
            <a:extLst>
              <a:ext uri="{FF2B5EF4-FFF2-40B4-BE49-F238E27FC236}">
                <a16:creationId xmlns:a16="http://schemas.microsoft.com/office/drawing/2014/main" id="{9CC18F20-0ED4-4F22-9C04-D7DF968B573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8094516" y="3369165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6" name="Copyright">
            <a:extLst>
              <a:ext uri="{FF2B5EF4-FFF2-40B4-BE49-F238E27FC236}">
                <a16:creationId xmlns:a16="http://schemas.microsoft.com/office/drawing/2014/main" id="{220A206B-2A5A-432F-B817-4CF5D5214EE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 rot="16200000">
            <a:off x="11020766" y="1138029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7" name="Copyright">
            <a:extLst>
              <a:ext uri="{FF2B5EF4-FFF2-40B4-BE49-F238E27FC236}">
                <a16:creationId xmlns:a16="http://schemas.microsoft.com/office/drawing/2014/main" id="{47A70906-00C8-46B4-A8C8-E1DEAC6A204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8094517" y="1138029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955937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Case Stud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6A74B7-0138-4C1A-B192-C4EDDAF5B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299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36993849-C70A-43E3-B4BF-04ED2FFD3E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2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63C50-11C7-4BFC-AE83-8C2AEB2CE35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8557" y="1816568"/>
            <a:ext cx="3468687" cy="20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F095D08-9A5A-4A59-BF93-27D1282F1CA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63220" y="1819291"/>
            <a:ext cx="1620000" cy="5317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Image 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B6BE0C6B-DD4C-454C-89F0-DABA457C6F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7688" y="2428568"/>
            <a:ext cx="1620325" cy="14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 approx. 15 words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855C4F6-4FB3-4AA9-B6B4-F8839C2BD31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13989" y="1816568"/>
            <a:ext cx="3468687" cy="20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C73C621-2D83-4499-A933-1475E5E0A3F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912607" y="1811337"/>
            <a:ext cx="1620581" cy="5317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Image title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8AEEC8B-F04A-4BDA-B86F-0EB589D771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912607" y="2428568"/>
            <a:ext cx="1620581" cy="14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 approx. 15 words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03FF1F2B-D7B4-46D8-A112-C1D8006A5AB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58813" y="4079523"/>
            <a:ext cx="3468687" cy="20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97FC0C48-2F5A-49DE-A1F7-6D7E7ABC6DF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57688" y="4074293"/>
            <a:ext cx="1620325" cy="5317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Image title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D755234-5CCB-4162-993B-F41E4FD3E3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57688" y="4693197"/>
            <a:ext cx="1620325" cy="14743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 approx. 15 words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07FBFC5-529A-439A-9CED-34DCBB7A4D7C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213989" y="4079523"/>
            <a:ext cx="3468687" cy="20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F8E85E58-A2F9-4173-8405-C131D957BE6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912608" y="4074293"/>
            <a:ext cx="1620580" cy="5317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Image title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44E48FD3-2DF4-490C-BC3A-79C5D5E4594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12608" y="4691523"/>
            <a:ext cx="1620580" cy="14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 approx. 15 words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E2D67D-E75E-4FDA-B80E-DF09465F131D}"/>
              </a:ext>
            </a:extLst>
          </p:cNvPr>
          <p:cNvSpPr>
            <a:spLocks noGrp="1"/>
          </p:cNvSpPr>
          <p:nvPr>
            <p:ph type="ftr" sz="quarter" idx="6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DBCF9-9BBC-4CB0-8AAB-EAF7233B286E}"/>
              </a:ext>
            </a:extLst>
          </p:cNvPr>
          <p:cNvSpPr>
            <a:spLocks noGrp="1"/>
          </p:cNvSpPr>
          <p:nvPr>
            <p:ph type="sldNum" sz="quarter" idx="62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C2BAEB83-C0F6-49C3-824E-9158159784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5441378" y="5117048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30" name="Copyright">
            <a:extLst>
              <a:ext uri="{FF2B5EF4-FFF2-40B4-BE49-F238E27FC236}">
                <a16:creationId xmlns:a16="http://schemas.microsoft.com/office/drawing/2014/main" id="{06BA3D43-5A99-42FF-9C1D-50DA5EA3C2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-100043" y="5117048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36" name="Copyright">
            <a:extLst>
              <a:ext uri="{FF2B5EF4-FFF2-40B4-BE49-F238E27FC236}">
                <a16:creationId xmlns:a16="http://schemas.microsoft.com/office/drawing/2014/main" id="{14BBA61A-149B-4318-957B-7CBC6527162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5441379" y="2885912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37" name="Copyright">
            <a:extLst>
              <a:ext uri="{FF2B5EF4-FFF2-40B4-BE49-F238E27FC236}">
                <a16:creationId xmlns:a16="http://schemas.microsoft.com/office/drawing/2014/main" id="{7DF0C480-D791-4D19-B83C-E032A497413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-100042" y="2885912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6480892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78E2ACE6-F563-4935-AADD-646F5AB198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924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8BF97E46-53D1-4953-BBD5-61A9FE2870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47A1D-3A44-41D2-96DC-50329243F7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11338"/>
            <a:ext cx="1620837" cy="16208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Picture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9A8536C-53FD-45BF-AAD4-691D41EB77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09838" y="1811338"/>
            <a:ext cx="3466800" cy="27751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E99D2E04-AF1A-477F-BE00-FD46AD230D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9838" y="2148377"/>
            <a:ext cx="3466800" cy="24622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E4473462-6DBF-4CCC-A6AC-38FCC1A400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9838" y="2506170"/>
            <a:ext cx="3466800" cy="92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copy, 25 words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0F9B3FD-33FC-47B7-A55F-8837D290FD4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48913"/>
            <a:ext cx="1620837" cy="16208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Picture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E6CCB00-C548-4856-97AA-A87A3B2102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9838" y="4046837"/>
            <a:ext cx="3466800" cy="27751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D68A386-E7E7-4D7E-B30F-C6A501A450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9838" y="4383240"/>
            <a:ext cx="3466800" cy="24622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229370C-CF34-4897-A491-DD8356E5A2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9838" y="4746256"/>
            <a:ext cx="3466800" cy="92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copy, 25 words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94C374F-5D8B-4E1F-9A0A-59AEA49893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5364" y="1811338"/>
            <a:ext cx="1609424" cy="16208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25F170-ACD3-4EA7-A988-78BB6A8BE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14" y="1811338"/>
            <a:ext cx="3458262" cy="27751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55B3C7AC-3DD4-468D-B769-D7F95B1E3A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14" y="2148377"/>
            <a:ext cx="3458262" cy="24622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8BB41CC-EE94-463A-A774-E299849F39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3514" y="2506170"/>
            <a:ext cx="3458262" cy="92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copy, 25 words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5CE8B50-7BAD-4691-8EDC-DC0FCBBD361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15364" y="4048913"/>
            <a:ext cx="1609424" cy="16208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Picture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220FE3A-3350-471A-A650-93EB6EC4D5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514" y="4046837"/>
            <a:ext cx="3458262" cy="27751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FDA7D31-4A3E-426B-98C5-ADB0C1B21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3514" y="4383240"/>
            <a:ext cx="3458262" cy="24622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5935079C-6EB7-4503-B5A5-1E4C1B6B7D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3514" y="4746256"/>
            <a:ext cx="3458262" cy="92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16pt Supporting copy, 25 words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2FE0BB-1D09-4885-A8D3-0BAC93985B7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7F26512-AFB7-4B55-AF32-599B7CB704D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30066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x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1A6EFB-C03E-4005-AAF4-412354479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7E09B4CB-EF80-4A5E-B0DF-A4976B3C42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53AFA-7E1E-465D-920B-606276C5AF3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10800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Person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D7492D-0E64-45CC-A859-E7CE52A2AF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8813" y="3202568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A5D83A1-C6F6-46CC-8958-ABC1919A23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3432852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66B5CBD-8D6D-4BBC-9518-814944563D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3" y="4195081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Person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10B892F0-8257-4FAD-85E3-B26408DF57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5573263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21C404D7-5842-4DB4-BABE-B609B13B2F6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8813" y="5803547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95" name="Picture Placeholder 2">
            <a:extLst>
              <a:ext uri="{FF2B5EF4-FFF2-40B4-BE49-F238E27FC236}">
                <a16:creationId xmlns:a16="http://schemas.microsoft.com/office/drawing/2014/main" id="{35578B0A-D320-4721-8EA7-7524EFD0C2A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509838" y="1810800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Person</a:t>
            </a:r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DE5402FE-B3D6-470A-9461-A16AF7B6BDF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509838" y="3202568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05E1A72C-E82E-4E64-BAEC-CFF927BE746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509838" y="3432852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98" name="Picture Placeholder 2">
            <a:extLst>
              <a:ext uri="{FF2B5EF4-FFF2-40B4-BE49-F238E27FC236}">
                <a16:creationId xmlns:a16="http://schemas.microsoft.com/office/drawing/2014/main" id="{304BF809-0E6F-46AF-BA15-C829B7B79A5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509838" y="4195081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Person</a:t>
            </a:r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0322F05F-A846-4F1D-8608-F25BAF958C5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509838" y="5573263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6B6ECB26-DA92-4B85-8AC8-467B27BE162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509838" y="5803547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01" name="Picture Placeholder 2">
            <a:extLst>
              <a:ext uri="{FF2B5EF4-FFF2-40B4-BE49-F238E27FC236}">
                <a16:creationId xmlns:a16="http://schemas.microsoft.com/office/drawing/2014/main" id="{13F823F4-043A-4B83-BE48-C6EEC0B1EA0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360863" y="1810800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Person</a:t>
            </a:r>
          </a:p>
        </p:txBody>
      </p:sp>
      <p:sp>
        <p:nvSpPr>
          <p:cNvPr id="103" name="Text Placeholder 17">
            <a:extLst>
              <a:ext uri="{FF2B5EF4-FFF2-40B4-BE49-F238E27FC236}">
                <a16:creationId xmlns:a16="http://schemas.microsoft.com/office/drawing/2014/main" id="{D21DAC54-032F-4409-9C91-4215B6225A6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360863" y="3202568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02" name="Text Placeholder 17">
            <a:extLst>
              <a:ext uri="{FF2B5EF4-FFF2-40B4-BE49-F238E27FC236}">
                <a16:creationId xmlns:a16="http://schemas.microsoft.com/office/drawing/2014/main" id="{BD9BE25C-4B0F-4BFB-A979-101E2CF0775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360863" y="3432852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04" name="Picture Placeholder 2">
            <a:extLst>
              <a:ext uri="{FF2B5EF4-FFF2-40B4-BE49-F238E27FC236}">
                <a16:creationId xmlns:a16="http://schemas.microsoft.com/office/drawing/2014/main" id="{007065A7-D341-4447-AE6B-A91CE548048E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360863" y="4195081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Person</a:t>
            </a:r>
          </a:p>
        </p:txBody>
      </p:sp>
      <p:sp>
        <p:nvSpPr>
          <p:cNvPr id="106" name="Text Placeholder 17">
            <a:extLst>
              <a:ext uri="{FF2B5EF4-FFF2-40B4-BE49-F238E27FC236}">
                <a16:creationId xmlns:a16="http://schemas.microsoft.com/office/drawing/2014/main" id="{538F1C9B-5191-46A7-9988-721C27A19C0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360863" y="5573263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05" name="Text Placeholder 17">
            <a:extLst>
              <a:ext uri="{FF2B5EF4-FFF2-40B4-BE49-F238E27FC236}">
                <a16:creationId xmlns:a16="http://schemas.microsoft.com/office/drawing/2014/main" id="{2F155F4B-6C77-4B10-82CF-87AB808A21A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60863" y="5803547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07" name="Picture Placeholder 2">
            <a:extLst>
              <a:ext uri="{FF2B5EF4-FFF2-40B4-BE49-F238E27FC236}">
                <a16:creationId xmlns:a16="http://schemas.microsoft.com/office/drawing/2014/main" id="{9D67B676-0169-4E1D-B485-5732B38992AE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11888" y="1810800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Person</a:t>
            </a:r>
          </a:p>
        </p:txBody>
      </p:sp>
      <p:sp>
        <p:nvSpPr>
          <p:cNvPr id="109" name="Text Placeholder 17">
            <a:extLst>
              <a:ext uri="{FF2B5EF4-FFF2-40B4-BE49-F238E27FC236}">
                <a16:creationId xmlns:a16="http://schemas.microsoft.com/office/drawing/2014/main" id="{E2A5260C-8898-438D-B353-AD58CE7F051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211888" y="3202568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08" name="Text Placeholder 17">
            <a:extLst>
              <a:ext uri="{FF2B5EF4-FFF2-40B4-BE49-F238E27FC236}">
                <a16:creationId xmlns:a16="http://schemas.microsoft.com/office/drawing/2014/main" id="{5A64AB6E-B6C5-437A-BC9D-1E3CA90B935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211888" y="3432852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10" name="Picture Placeholder 2">
            <a:extLst>
              <a:ext uri="{FF2B5EF4-FFF2-40B4-BE49-F238E27FC236}">
                <a16:creationId xmlns:a16="http://schemas.microsoft.com/office/drawing/2014/main" id="{9952C130-25CE-45D7-BD81-95E1DCE8C11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6211888" y="4195081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Person</a:t>
            </a:r>
          </a:p>
        </p:txBody>
      </p:sp>
      <p:sp>
        <p:nvSpPr>
          <p:cNvPr id="112" name="Text Placeholder 17">
            <a:extLst>
              <a:ext uri="{FF2B5EF4-FFF2-40B4-BE49-F238E27FC236}">
                <a16:creationId xmlns:a16="http://schemas.microsoft.com/office/drawing/2014/main" id="{D4751E6E-E50B-47BB-B845-1A9F2628A2B9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211888" y="5573263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11" name="Text Placeholder 17">
            <a:extLst>
              <a:ext uri="{FF2B5EF4-FFF2-40B4-BE49-F238E27FC236}">
                <a16:creationId xmlns:a16="http://schemas.microsoft.com/office/drawing/2014/main" id="{975635CB-AC22-40BF-A843-11EE49D4147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211888" y="5803547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13" name="Picture Placeholder 2">
            <a:extLst>
              <a:ext uri="{FF2B5EF4-FFF2-40B4-BE49-F238E27FC236}">
                <a16:creationId xmlns:a16="http://schemas.microsoft.com/office/drawing/2014/main" id="{B6D5C63C-F0A7-431C-A34F-D630302AA90C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8059738" y="1810800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Person</a:t>
            </a:r>
          </a:p>
        </p:txBody>
      </p:sp>
      <p:sp>
        <p:nvSpPr>
          <p:cNvPr id="115" name="Text Placeholder 17">
            <a:extLst>
              <a:ext uri="{FF2B5EF4-FFF2-40B4-BE49-F238E27FC236}">
                <a16:creationId xmlns:a16="http://schemas.microsoft.com/office/drawing/2014/main" id="{5B08EEF1-2090-4FAE-AC3E-FFAC897FCEA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059738" y="3202568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14" name="Text Placeholder 17">
            <a:extLst>
              <a:ext uri="{FF2B5EF4-FFF2-40B4-BE49-F238E27FC236}">
                <a16:creationId xmlns:a16="http://schemas.microsoft.com/office/drawing/2014/main" id="{3C08BCDD-2691-4AF7-A41E-E91D54C11EA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059738" y="3432852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9CB52F2D-7A68-4FFC-9178-804A881AE302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059738" y="4195081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Person</a:t>
            </a:r>
          </a:p>
        </p:txBody>
      </p:sp>
      <p:sp>
        <p:nvSpPr>
          <p:cNvPr id="118" name="Text Placeholder 17">
            <a:extLst>
              <a:ext uri="{FF2B5EF4-FFF2-40B4-BE49-F238E27FC236}">
                <a16:creationId xmlns:a16="http://schemas.microsoft.com/office/drawing/2014/main" id="{5397A6B8-13D3-476E-955F-CC207462FDF5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059738" y="5573263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17" name="Text Placeholder 17">
            <a:extLst>
              <a:ext uri="{FF2B5EF4-FFF2-40B4-BE49-F238E27FC236}">
                <a16:creationId xmlns:a16="http://schemas.microsoft.com/office/drawing/2014/main" id="{1E422504-E303-4775-96E5-CDFBC2296AC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059738" y="5803547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19" name="Picture Placeholder 2">
            <a:extLst>
              <a:ext uri="{FF2B5EF4-FFF2-40B4-BE49-F238E27FC236}">
                <a16:creationId xmlns:a16="http://schemas.microsoft.com/office/drawing/2014/main" id="{402F2999-91E5-4B17-BBAD-6B3498DC38A4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9910763" y="1810800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Person</a:t>
            </a:r>
          </a:p>
        </p:txBody>
      </p:sp>
      <p:sp>
        <p:nvSpPr>
          <p:cNvPr id="121" name="Text Placeholder 17">
            <a:extLst>
              <a:ext uri="{FF2B5EF4-FFF2-40B4-BE49-F238E27FC236}">
                <a16:creationId xmlns:a16="http://schemas.microsoft.com/office/drawing/2014/main" id="{255BDC5E-237D-43C8-A260-67FBC77B082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910763" y="3202568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20" name="Text Placeholder 17">
            <a:extLst>
              <a:ext uri="{FF2B5EF4-FFF2-40B4-BE49-F238E27FC236}">
                <a16:creationId xmlns:a16="http://schemas.microsoft.com/office/drawing/2014/main" id="{78D758A1-4B6F-4B0F-B561-8A5C8AE2A7C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910763" y="3432852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22" name="Picture Placeholder 2">
            <a:extLst>
              <a:ext uri="{FF2B5EF4-FFF2-40B4-BE49-F238E27FC236}">
                <a16:creationId xmlns:a16="http://schemas.microsoft.com/office/drawing/2014/main" id="{82B0B00E-3F93-46FF-912B-59CB8675DE2A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9910763" y="4195081"/>
            <a:ext cx="1620837" cy="12954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Person</a:t>
            </a:r>
          </a:p>
        </p:txBody>
      </p:sp>
      <p:sp>
        <p:nvSpPr>
          <p:cNvPr id="124" name="Text Placeholder 17">
            <a:extLst>
              <a:ext uri="{FF2B5EF4-FFF2-40B4-BE49-F238E27FC236}">
                <a16:creationId xmlns:a16="http://schemas.microsoft.com/office/drawing/2014/main" id="{7BAFC583-D5A0-4ABC-9964-5D972B3932B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910763" y="5573263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123" name="Text Placeholder 17">
            <a:extLst>
              <a:ext uri="{FF2B5EF4-FFF2-40B4-BE49-F238E27FC236}">
                <a16:creationId xmlns:a16="http://schemas.microsoft.com/office/drawing/2014/main" id="{35BE1316-440D-4B2F-90B1-C60EC44F780A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910763" y="5803547"/>
            <a:ext cx="1620837" cy="3623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E32424-F879-449B-B586-2980530ED3EA}"/>
              </a:ext>
            </a:extLst>
          </p:cNvPr>
          <p:cNvSpPr>
            <a:spLocks noGrp="1"/>
          </p:cNvSpPr>
          <p:nvPr>
            <p:ph type="ftr" sz="quarter" idx="9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5C7A6-CA92-47C5-A090-A1AA6411F840}"/>
              </a:ext>
            </a:extLst>
          </p:cNvPr>
          <p:cNvSpPr>
            <a:spLocks noGrp="1"/>
          </p:cNvSpPr>
          <p:nvPr>
            <p:ph type="sldNum" sz="quarter" idx="91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65559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x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1A6EFB-C03E-4005-AAF4-412354479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7E09B4CB-EF80-4A5E-B0DF-A4976B3C42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53AFA-7E1E-465D-920B-606276C5AF3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2" y="2277976"/>
            <a:ext cx="1620838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66B5CBD-8D6D-4BBC-9518-814944563D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509838" y="381220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95" name="Picture Placeholder 2">
            <a:extLst>
              <a:ext uri="{FF2B5EF4-FFF2-40B4-BE49-F238E27FC236}">
                <a16:creationId xmlns:a16="http://schemas.microsoft.com/office/drawing/2014/main" id="{35578B0A-D320-4721-8EA7-7524EFD0C2A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509838" y="227797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98" name="Picture Placeholder 2">
            <a:extLst>
              <a:ext uri="{FF2B5EF4-FFF2-40B4-BE49-F238E27FC236}">
                <a16:creationId xmlns:a16="http://schemas.microsoft.com/office/drawing/2014/main" id="{304BF809-0E6F-46AF-BA15-C829B7B79A5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361699" y="381220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101" name="Picture Placeholder 2">
            <a:extLst>
              <a:ext uri="{FF2B5EF4-FFF2-40B4-BE49-F238E27FC236}">
                <a16:creationId xmlns:a16="http://schemas.microsoft.com/office/drawing/2014/main" id="{13F823F4-043A-4B83-BE48-C6EEC0B1EA0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357688" y="227797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104" name="Picture Placeholder 2">
            <a:extLst>
              <a:ext uri="{FF2B5EF4-FFF2-40B4-BE49-F238E27FC236}">
                <a16:creationId xmlns:a16="http://schemas.microsoft.com/office/drawing/2014/main" id="{007065A7-D341-4447-AE6B-A91CE548048E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218322" y="381220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107" name="Picture Placeholder 2">
            <a:extLst>
              <a:ext uri="{FF2B5EF4-FFF2-40B4-BE49-F238E27FC236}">
                <a16:creationId xmlns:a16="http://schemas.microsoft.com/office/drawing/2014/main" id="{9D67B676-0169-4E1D-B485-5732B38992AE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18322" y="227797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110" name="Picture Placeholder 2">
            <a:extLst>
              <a:ext uri="{FF2B5EF4-FFF2-40B4-BE49-F238E27FC236}">
                <a16:creationId xmlns:a16="http://schemas.microsoft.com/office/drawing/2014/main" id="{9952C130-25CE-45D7-BD81-95E1DCE8C11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062164" y="381220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113" name="Picture Placeholder 2">
            <a:extLst>
              <a:ext uri="{FF2B5EF4-FFF2-40B4-BE49-F238E27FC236}">
                <a16:creationId xmlns:a16="http://schemas.microsoft.com/office/drawing/2014/main" id="{B6D5C63C-F0A7-431C-A34F-D630302AA90C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8062164" y="227797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119" name="Picture Placeholder 2">
            <a:extLst>
              <a:ext uri="{FF2B5EF4-FFF2-40B4-BE49-F238E27FC236}">
                <a16:creationId xmlns:a16="http://schemas.microsoft.com/office/drawing/2014/main" id="{402F2999-91E5-4B17-BBAD-6B3498DC38A4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658812" y="3812206"/>
            <a:ext cx="1620838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E32424-F879-449B-B586-2980530ED3EA}"/>
              </a:ext>
            </a:extLst>
          </p:cNvPr>
          <p:cNvSpPr>
            <a:spLocks noGrp="1"/>
          </p:cNvSpPr>
          <p:nvPr>
            <p:ph type="ftr" sz="quarter" idx="9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5C7A6-CA92-47C5-A090-A1AA6411F840}"/>
              </a:ext>
            </a:extLst>
          </p:cNvPr>
          <p:cNvSpPr>
            <a:spLocks noGrp="1"/>
          </p:cNvSpPr>
          <p:nvPr>
            <p:ph type="sldNum" sz="quarter" idx="91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4E5F37FC-1E52-4ADB-9749-D7275817B623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9906006" y="381220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1CD22332-EF6C-44AE-82B5-52E7D5618C89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906006" y="2277976"/>
            <a:ext cx="1620000" cy="12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1801938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images +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5EABB-8A76-47B7-8380-C074F1F48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B17FFEE-D7A4-4855-A18E-9969456E64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8798" y="1810800"/>
            <a:ext cx="5320800" cy="30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7CB25805-C566-44A1-98AB-CECD25417C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0" y="1810800"/>
            <a:ext cx="5320800" cy="30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74055C-F3A6-40AD-8C7B-A449B8CB967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FD4DE-7E00-4C85-8E46-386DA1F1C92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3B3D30-F395-4C26-848C-CFE4BEE5ECD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8812" y="5040000"/>
            <a:ext cx="5317087" cy="2448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530581-03A9-48E4-9AAF-E37B2939347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227242" y="5040000"/>
            <a:ext cx="5305946" cy="2448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70D1E54-FE93-45E6-8BEA-11333E53EF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F2C19-994C-4A54-B085-4E6DE5A9892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58813" y="5544000"/>
            <a:ext cx="5317087" cy="619902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25AD45-561D-4EBF-98EE-F40FC34DD06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211270" y="5544000"/>
            <a:ext cx="5321917" cy="6218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5483EB19-998C-4763-8E8E-E11ED37F0F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9883356" y="320749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5" name="Copyright">
            <a:extLst>
              <a:ext uri="{FF2B5EF4-FFF2-40B4-BE49-F238E27FC236}">
                <a16:creationId xmlns:a16="http://schemas.microsoft.com/office/drawing/2014/main" id="{50EF55B1-84B6-47C6-A9DD-73DF3C7CB8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4332636" y="320749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4292802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images +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5EABB-8A76-47B7-8380-C074F1F48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B17FFEE-D7A4-4855-A18E-9969456E64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8800" y="1811338"/>
            <a:ext cx="34704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7CB25805-C566-44A1-98AB-CECD25417C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59214" y="1811338"/>
            <a:ext cx="3471986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74055C-F3A6-40AD-8C7B-A449B8CB967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FD4DE-7E00-4C85-8E46-386DA1F1C92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16D669-4A5E-45DD-9A09-E41F19F2233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62913" y="1811338"/>
            <a:ext cx="3470275" cy="2160000"/>
          </a:xfrm>
          <a:solidFill>
            <a:schemeClr val="bg1">
              <a:lumMod val="95000"/>
            </a:schemeClr>
          </a:solidFill>
        </p:spPr>
        <p:txBody>
          <a:bodyPr tIns="504000" anchor="ctr"/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3B3D30-F395-4C26-848C-CFE4BEE5ECD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8812" y="4176000"/>
            <a:ext cx="3468687" cy="2448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530581-03A9-48E4-9AAF-E37B2939347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59152" y="4176000"/>
            <a:ext cx="3471986" cy="2448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9E325F-4F07-4809-BB43-50F8B0E4233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062913" y="4176000"/>
            <a:ext cx="3468687" cy="296862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70D1E54-FE93-45E6-8BEA-11333E53EF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F2C19-994C-4A54-B085-4E6DE5A9892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58814" y="4680001"/>
            <a:ext cx="3468686" cy="148119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25AD45-561D-4EBF-98EE-F40FC34DD06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56101" y="4680000"/>
            <a:ext cx="3473450" cy="1485849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0FCD5C-2603-45AC-B9CD-4E151FE012B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059738" y="4680000"/>
            <a:ext cx="3473450" cy="14858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597ACA5-BAFF-4F69-A27C-CC42E930FC5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 rot="16200000">
            <a:off x="10438597" y="2960733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727AEC6E-0B13-4AE0-963F-9E317D70C9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6729012" y="2960733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3" name="Copyright">
            <a:extLst>
              <a:ext uri="{FF2B5EF4-FFF2-40B4-BE49-F238E27FC236}">
                <a16:creationId xmlns:a16="http://schemas.microsoft.com/office/drawing/2014/main" id="{0886C253-7D1A-44B3-BD61-DA9FCBA67F6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3013500" y="2960733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4220230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images +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5EABB-8A76-47B7-8380-C074F1F48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1" y="657225"/>
            <a:ext cx="5319714" cy="532800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B17FFEE-D7A4-4855-A18E-9969456E64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8800" y="1811338"/>
            <a:ext cx="252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7CB25805-C566-44A1-98AB-CECD25417C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59600" y="1811338"/>
            <a:ext cx="252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FontTx/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74055C-F3A6-40AD-8C7B-A449B8CB967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FD4DE-7E00-4C85-8E46-386DA1F1C92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16D669-4A5E-45DD-9A09-E41F19F2233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12402" y="1811338"/>
            <a:ext cx="2520000" cy="2160000"/>
          </a:xfrm>
          <a:solidFill>
            <a:schemeClr val="bg1">
              <a:lumMod val="95000"/>
            </a:schemeClr>
          </a:solidFill>
        </p:spPr>
        <p:txBody>
          <a:bodyPr tIns="504000" anchor="ctr"/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3B3D30-F395-4C26-848C-CFE4BEE5ECD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8812" y="4176000"/>
            <a:ext cx="2520000" cy="2448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530581-03A9-48E4-9AAF-E37B2939347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59600" y="4176000"/>
            <a:ext cx="2520000" cy="2448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9E325F-4F07-4809-BB43-50F8B0E4233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212402" y="4176000"/>
            <a:ext cx="2520000" cy="296862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70D1E54-FE93-45E6-8BEA-11333E53EF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811" y="1306800"/>
            <a:ext cx="5319714" cy="24622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GB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GB" dirty="0"/>
              <a:t>Optional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F2C19-994C-4A54-B085-4E6DE5A9892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58814" y="4680001"/>
            <a:ext cx="2520000" cy="148119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25AD45-561D-4EBF-98EE-F40FC34DD06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459600" y="4680000"/>
            <a:ext cx="2520000" cy="1485849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0FCD5C-2603-45AC-B9CD-4E151FE012B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09227" y="4680000"/>
            <a:ext cx="2520000" cy="14858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28CE1F51-26D3-4AFF-AC64-50FE35F0F898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013188" y="1811338"/>
            <a:ext cx="2520000" cy="2160000"/>
          </a:xfrm>
          <a:solidFill>
            <a:schemeClr val="bg1">
              <a:lumMod val="95000"/>
            </a:schemeClr>
          </a:solidFill>
        </p:spPr>
        <p:txBody>
          <a:bodyPr tIns="504000" anchor="ctr"/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BBD421C5-4249-46AF-A7DF-D2B7BC25117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013188" y="4176000"/>
            <a:ext cx="2520000" cy="296862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Optional 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F5A65D52-EABA-4531-B02D-B641D9A8B78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010013" y="4680000"/>
            <a:ext cx="2520000" cy="14858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2400"/>
            </a:lvl5pPr>
          </a:lstStyle>
          <a:p>
            <a:pPr lvl="0"/>
            <a:r>
              <a:rPr lang="en-GB" dirty="0"/>
              <a:t>16pt supporting copy approx. 25 words</a:t>
            </a:r>
          </a:p>
        </p:txBody>
      </p:sp>
      <p:sp>
        <p:nvSpPr>
          <p:cNvPr id="26" name="Copyright">
            <a:extLst>
              <a:ext uri="{FF2B5EF4-FFF2-40B4-BE49-F238E27FC236}">
                <a16:creationId xmlns:a16="http://schemas.microsoft.com/office/drawing/2014/main" id="{DAA6FF9A-F009-49E2-9244-B19010D14F3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 rot="16200000">
            <a:off x="10429452" y="2954637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ED5DFF67-256E-4BA0-B43C-D5CBD4D62F64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013188" y="1805242"/>
            <a:ext cx="2520000" cy="2160000"/>
          </a:xfrm>
          <a:solidFill>
            <a:schemeClr val="bg1">
              <a:lumMod val="95000"/>
            </a:schemeClr>
          </a:solidFill>
        </p:spPr>
        <p:txBody>
          <a:bodyPr tIns="504000" anchor="ctr"/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9" name="Copyright">
            <a:extLst>
              <a:ext uri="{FF2B5EF4-FFF2-40B4-BE49-F238E27FC236}">
                <a16:creationId xmlns:a16="http://schemas.microsoft.com/office/drawing/2014/main" id="{4646808F-ADC5-496F-BB90-E0DFAD28C2F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 rot="16200000">
            <a:off x="10429452" y="2948541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30" name="Copyright">
            <a:extLst>
              <a:ext uri="{FF2B5EF4-FFF2-40B4-BE49-F238E27FC236}">
                <a16:creationId xmlns:a16="http://schemas.microsoft.com/office/drawing/2014/main" id="{B341DC74-1817-47AE-AD29-20A16E78425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16200000">
            <a:off x="7615979" y="2948541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31" name="Copyright">
            <a:extLst>
              <a:ext uri="{FF2B5EF4-FFF2-40B4-BE49-F238E27FC236}">
                <a16:creationId xmlns:a16="http://schemas.microsoft.com/office/drawing/2014/main" id="{489578E9-FF2D-4ED4-A34F-254B0035111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 rot="16200000">
            <a:off x="4879043" y="2948541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32" name="Copyright">
            <a:extLst>
              <a:ext uri="{FF2B5EF4-FFF2-40B4-BE49-F238E27FC236}">
                <a16:creationId xmlns:a16="http://schemas.microsoft.com/office/drawing/2014/main" id="{F9BE0760-36BE-4E10-A52A-31801D40437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 rot="16200000">
            <a:off x="2065570" y="2948541"/>
            <a:ext cx="180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1602365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865-6617-409D-A625-B63EFCCF8C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139D4-F9FA-4509-89FC-BF815A08AF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0724" y="2804400"/>
            <a:ext cx="3276000" cy="820800"/>
          </a:xfrm>
        </p:spPr>
        <p:txBody>
          <a:bodyPr/>
          <a:lstStyle>
            <a:lvl1pPr marL="0" indent="0">
              <a:buNone/>
              <a:tabLst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Large display copy, value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97CA63-7F6D-4683-9329-93E1F9052B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9032" y="2804400"/>
            <a:ext cx="3276000" cy="820800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Large display copy, value statement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1D0684-79FE-421D-A283-16684BEA01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55502" y="2804400"/>
            <a:ext cx="3276000" cy="820800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Large display copy, value statement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8EF2ED-36D2-4840-B9E1-0A9032B9864E}"/>
              </a:ext>
            </a:extLst>
          </p:cNvPr>
          <p:cNvGrpSpPr/>
          <p:nvPr userDrawn="1"/>
        </p:nvGrpSpPr>
        <p:grpSpPr>
          <a:xfrm>
            <a:off x="658813" y="2801257"/>
            <a:ext cx="7399484" cy="1872000"/>
            <a:chOff x="658813" y="2801257"/>
            <a:chExt cx="7399484" cy="339951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7DC46-E3B8-409B-8346-E2C364D672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13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CD14BB3-9A04-4043-BE06-23577F9374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57688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6B6101D-722B-42FE-91FC-BE90AC17C2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58297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1558ED-EF23-4024-8F74-2D73A4DB5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724" y="3747600"/>
            <a:ext cx="3275434" cy="925657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F7573B-0AC9-49D3-B9D8-196CCF22C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9032" y="3747600"/>
            <a:ext cx="3276000" cy="925657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51825F6-D7AA-467D-A7EB-01E730FF69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502" y="3747600"/>
            <a:ext cx="3276000" cy="925657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227C5-83F5-4CE5-A066-ABCED3EA89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77054-906F-4483-A462-E297703E3B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6128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865-6617-409D-A625-B63EFCCF8C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5A24406-0F34-44BC-B91E-8F2322E95E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437" y="3990406"/>
            <a:ext cx="4668956" cy="82080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Large display copy, value statement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830F4158-415A-49A9-A700-8F5CE11B87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437" y="3990406"/>
            <a:ext cx="4668133" cy="820800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Large display copy, value statement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E09FC0-0358-4B7E-A8CA-686AB04A1F3D}"/>
              </a:ext>
            </a:extLst>
          </p:cNvPr>
          <p:cNvCxnSpPr>
            <a:cxnSpLocks/>
          </p:cNvCxnSpPr>
          <p:nvPr userDrawn="1"/>
        </p:nvCxnSpPr>
        <p:spPr>
          <a:xfrm>
            <a:off x="658568" y="3987263"/>
            <a:ext cx="0" cy="187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51518F-8E5B-4C6F-92AA-D8E3AFC4E680}"/>
              </a:ext>
            </a:extLst>
          </p:cNvPr>
          <p:cNvCxnSpPr>
            <a:cxnSpLocks/>
          </p:cNvCxnSpPr>
          <p:nvPr userDrawn="1"/>
        </p:nvCxnSpPr>
        <p:spPr>
          <a:xfrm>
            <a:off x="6211647" y="3987263"/>
            <a:ext cx="0" cy="187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C6E029F-3EE9-49EC-B5C4-06772A6A8E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437" y="4933606"/>
            <a:ext cx="4668149" cy="925657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6CBCB53F-8EB6-4E3E-98D4-4576BB6BD6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3437" y="4933606"/>
            <a:ext cx="4668133" cy="925657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139D4-F9FA-4509-89FC-BF815A08AF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437" y="1811338"/>
            <a:ext cx="4668956" cy="82080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Large display copy, value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97CA63-7F6D-4683-9329-93E1F9052B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437" y="1811338"/>
            <a:ext cx="4668133" cy="820800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Large display copy, value statement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97DC46-E3B8-409B-8346-E2C364D67289}"/>
              </a:ext>
            </a:extLst>
          </p:cNvPr>
          <p:cNvCxnSpPr>
            <a:cxnSpLocks/>
          </p:cNvCxnSpPr>
          <p:nvPr userDrawn="1"/>
        </p:nvCxnSpPr>
        <p:spPr>
          <a:xfrm>
            <a:off x="658813" y="1808195"/>
            <a:ext cx="0" cy="187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D14BB3-9A04-4043-BE06-23577F9374DC}"/>
              </a:ext>
            </a:extLst>
          </p:cNvPr>
          <p:cNvCxnSpPr>
            <a:cxnSpLocks/>
          </p:cNvCxnSpPr>
          <p:nvPr userDrawn="1"/>
        </p:nvCxnSpPr>
        <p:spPr>
          <a:xfrm>
            <a:off x="6211892" y="1808195"/>
            <a:ext cx="0" cy="187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1558ED-EF23-4024-8F74-2D73A4DB537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39437" y="2754538"/>
            <a:ext cx="4668149" cy="925657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F7573B-0AC9-49D3-B9D8-196CCF22C4D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383437" y="2754538"/>
            <a:ext cx="4668133" cy="925657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 dirty="0"/>
              <a:t>20pt body copy approximately</a:t>
            </a:r>
            <a:br>
              <a:rPr lang="en-GB" dirty="0"/>
            </a:br>
            <a:r>
              <a:rPr lang="en-GB" dirty="0"/>
              <a:t>15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</a:t>
            </a:r>
            <a:r>
              <a:rPr lang="en-GB" dirty="0"/>
              <a:t> </a:t>
            </a:r>
            <a:r>
              <a:rPr lang="en-GB" dirty="0" err="1"/>
              <a:t>citat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220E0C-11C5-47FC-9A82-A7C92F87892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CE773-3306-49AE-B08B-63091F61AF9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4977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865-6617-409D-A625-B63EFCCF8C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139D4-F9FA-4509-89FC-BF815A08AF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0726" y="1811338"/>
            <a:ext cx="3276000" cy="77400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Large display copy, value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97CA63-7F6D-4683-9329-93E1F9052B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9600" y="1811338"/>
            <a:ext cx="3276000" cy="774000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Large display copy, value statement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1D0684-79FE-421D-A283-16684BEA01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7526" y="1811338"/>
            <a:ext cx="3263052" cy="774000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Large display copy, value statement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1558ED-EF23-4024-8F74-2D73A4DB5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726" y="2754538"/>
            <a:ext cx="3276000" cy="4428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16pt supporting copy description approximately 20 words.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F7573B-0AC9-49D3-B9D8-196CCF22C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9600" y="2754538"/>
            <a:ext cx="3276000" cy="4428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16pt supporting copy description approximately 20 words.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51825F6-D7AA-467D-A7EB-01E730FF69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67526" y="2754538"/>
            <a:ext cx="3265662" cy="4428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16pt supporting copy description approximately 20 words.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2B8FF-F634-4508-A663-425A97666D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0726" y="3990406"/>
            <a:ext cx="3276000" cy="77400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Large display copy, value statement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1C0559-3BE7-440A-BC44-5730E8D254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2574" y="3990406"/>
            <a:ext cx="3288564" cy="77400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Large display copy, value statement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108E80-9937-48FC-A117-3E6D5E6798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7526" y="3990406"/>
            <a:ext cx="3263053" cy="774000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Large display copy, value statement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9423E80-DFFE-4DC4-9982-2C9AF4D209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0726" y="4863600"/>
            <a:ext cx="3276000" cy="4428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16pt supporting copy description approximately 20 words.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039EE30-058E-4CEF-A75D-7AF01A0CF0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42574" y="4863600"/>
            <a:ext cx="3288564" cy="4428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16pt supporting copy description approximately 20 words.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3C54DA-34B2-43E2-BF0E-C88148233C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67526" y="4863600"/>
            <a:ext cx="3263053" cy="4428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16pt supporting copy description approximately 20 words.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F01F31-4B67-4C43-97D1-69733F269F3F}"/>
              </a:ext>
            </a:extLst>
          </p:cNvPr>
          <p:cNvGrpSpPr/>
          <p:nvPr userDrawn="1"/>
        </p:nvGrpSpPr>
        <p:grpSpPr>
          <a:xfrm>
            <a:off x="658813" y="1811338"/>
            <a:ext cx="7395251" cy="1872000"/>
            <a:chOff x="658813" y="2801257"/>
            <a:chExt cx="7395251" cy="339951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E87A5DA-9B89-4FFF-8A1C-0E55F46D52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13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00A804C-F9B7-41F1-B618-D98E08E36D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57688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563F983-261D-427F-8E84-6D0E75C369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54064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94ED42-E0AD-4B74-AD36-83677FBDCE28}"/>
              </a:ext>
            </a:extLst>
          </p:cNvPr>
          <p:cNvGrpSpPr/>
          <p:nvPr userDrawn="1"/>
        </p:nvGrpSpPr>
        <p:grpSpPr>
          <a:xfrm>
            <a:off x="661420" y="3990406"/>
            <a:ext cx="7396877" cy="1872000"/>
            <a:chOff x="677863" y="2801257"/>
            <a:chExt cx="7396877" cy="339951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0AC258-8D3D-4ABE-824E-B12054F8CB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7863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8B133CE-CEFC-4CE0-B26F-B5294B97E6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1249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FE73E0-38A2-41B5-A2BE-B0396BED71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74740" y="2801257"/>
              <a:ext cx="0" cy="33995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88666-815B-4FFB-8AD7-A7F1EF86EB7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62258-F70B-432D-97B4-9C3E57507F4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0274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865-6617-409D-A625-B63EFCCF8C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139D4-F9FA-4509-89FC-BF815A08AF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8800" y="1890000"/>
            <a:ext cx="3492000" cy="399600"/>
          </a:xfrm>
        </p:spPr>
        <p:txBody>
          <a:bodyPr lIns="0" tIns="0" rIns="0" bIns="72000" anchor="b"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Supporting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97CA63-7F6D-4683-9329-93E1F9052B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8800" y="1890000"/>
            <a:ext cx="3492000" cy="399600"/>
          </a:xfrm>
        </p:spPr>
        <p:txBody>
          <a:bodyPr lIns="0" tIns="0" rIns="0" bIns="72000" anchor="b"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Supporting 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1D0684-79FE-421D-A283-16684BEA01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8800" y="4125600"/>
            <a:ext cx="3492000" cy="399600"/>
          </a:xfrm>
        </p:spPr>
        <p:txBody>
          <a:bodyPr lIns="0" tIns="0" rIns="0" bIns="72000" anchor="b"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Supporting heading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1558ED-EF23-4024-8F74-2D73A4DB5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8800" y="2292031"/>
            <a:ext cx="3492000" cy="1288800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GB" dirty="0"/>
              <a:t>16pt supporting copy approximately</a:t>
            </a:r>
            <a:br>
              <a:rPr lang="en-GB" dirty="0"/>
            </a:br>
            <a:r>
              <a:rPr lang="en-GB" dirty="0"/>
              <a:t>25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exercitationem</a:t>
            </a:r>
            <a:r>
              <a:rPr lang="en-GB" dirty="0"/>
              <a:t> </a:t>
            </a:r>
            <a:r>
              <a:rPr lang="en-GB" dirty="0" err="1"/>
              <a:t>ullam</a:t>
            </a:r>
            <a:r>
              <a:rPr lang="en-GB" dirty="0"/>
              <a:t> corporis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laboriosam</a:t>
            </a:r>
            <a:r>
              <a:rPr lang="en-GB" dirty="0"/>
              <a:t>, </a:t>
            </a:r>
            <a:r>
              <a:rPr lang="en-GB" dirty="0" err="1"/>
              <a:t>nsi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aliquid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commodi</a:t>
            </a:r>
            <a:r>
              <a:rPr lang="en-GB" dirty="0"/>
              <a:t> </a:t>
            </a:r>
            <a:r>
              <a:rPr lang="en-GB" dirty="0" err="1"/>
              <a:t>consequatur</a:t>
            </a:r>
            <a:r>
              <a:rPr lang="en-GB" dirty="0"/>
              <a:t> </a:t>
            </a:r>
            <a:r>
              <a:rPr lang="en-GB" dirty="0" err="1"/>
              <a:t>auteml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iure</a:t>
            </a:r>
            <a:r>
              <a:rPr lang="en-GB" dirty="0"/>
              <a:t>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F7573B-0AC9-49D3-B9D8-196CCF22C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8800" y="2292031"/>
            <a:ext cx="3492000" cy="1288800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GB" dirty="0"/>
              <a:t>16pt supporting copy approximately</a:t>
            </a:r>
            <a:br>
              <a:rPr lang="en-GB" dirty="0"/>
            </a:br>
            <a:r>
              <a:rPr lang="en-GB" dirty="0"/>
              <a:t>25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exercitationem</a:t>
            </a:r>
            <a:r>
              <a:rPr lang="en-GB" dirty="0"/>
              <a:t> </a:t>
            </a:r>
            <a:r>
              <a:rPr lang="en-GB" dirty="0" err="1"/>
              <a:t>ullam</a:t>
            </a:r>
            <a:r>
              <a:rPr lang="en-GB" dirty="0"/>
              <a:t> corporis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laboriosam</a:t>
            </a:r>
            <a:r>
              <a:rPr lang="en-GB" dirty="0"/>
              <a:t>, </a:t>
            </a:r>
            <a:r>
              <a:rPr lang="en-GB" dirty="0" err="1"/>
              <a:t>nsi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aliquid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commodi</a:t>
            </a:r>
            <a:r>
              <a:rPr lang="en-GB" dirty="0"/>
              <a:t> </a:t>
            </a:r>
            <a:r>
              <a:rPr lang="en-GB" dirty="0" err="1"/>
              <a:t>consequatur</a:t>
            </a:r>
            <a:r>
              <a:rPr lang="en-GB" dirty="0"/>
              <a:t> </a:t>
            </a:r>
            <a:r>
              <a:rPr lang="en-GB" dirty="0" err="1"/>
              <a:t>auteml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iure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51825F6-D7AA-467D-A7EB-01E730FF69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800" y="4525200"/>
            <a:ext cx="3492000" cy="1288800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GB" dirty="0"/>
              <a:t>16pt supporting copy approximately</a:t>
            </a:r>
            <a:br>
              <a:rPr lang="en-GB" dirty="0"/>
            </a:br>
            <a:r>
              <a:rPr lang="en-GB" dirty="0"/>
              <a:t>25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exercitationem</a:t>
            </a:r>
            <a:r>
              <a:rPr lang="en-GB" dirty="0"/>
              <a:t> </a:t>
            </a:r>
            <a:r>
              <a:rPr lang="en-GB" dirty="0" err="1"/>
              <a:t>ullam</a:t>
            </a:r>
            <a:r>
              <a:rPr lang="en-GB" dirty="0"/>
              <a:t> corporis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laboriosam</a:t>
            </a:r>
            <a:r>
              <a:rPr lang="en-GB" dirty="0"/>
              <a:t>, </a:t>
            </a:r>
            <a:r>
              <a:rPr lang="en-GB" dirty="0" err="1"/>
              <a:t>nsi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aliquid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commodi</a:t>
            </a:r>
            <a:r>
              <a:rPr lang="en-GB" dirty="0"/>
              <a:t> </a:t>
            </a:r>
            <a:r>
              <a:rPr lang="en-GB" dirty="0" err="1"/>
              <a:t>consequatur</a:t>
            </a:r>
            <a:r>
              <a:rPr lang="en-GB" dirty="0"/>
              <a:t> </a:t>
            </a:r>
            <a:r>
              <a:rPr lang="en-GB" dirty="0" err="1"/>
              <a:t>auteml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iure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6F116D-AB1A-4A02-9AF7-1B2C6449DE3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11338"/>
            <a:ext cx="0" cy="4354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A36CEC-F4BA-4EED-9C66-A18F5FB061D4}"/>
              </a:ext>
            </a:extLst>
          </p:cNvPr>
          <p:cNvCxnSpPr>
            <a:cxnSpLocks/>
          </p:cNvCxnSpPr>
          <p:nvPr userDrawn="1"/>
        </p:nvCxnSpPr>
        <p:spPr>
          <a:xfrm>
            <a:off x="2279650" y="3848514"/>
            <a:ext cx="7632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F2B72-512C-4010-85BE-147BD0964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4125600"/>
            <a:ext cx="3491957" cy="399600"/>
          </a:xfrm>
        </p:spPr>
        <p:txBody>
          <a:bodyPr lIns="0" tIns="0" rIns="0" bIns="72000" anchor="b"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Supporting heading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389F8A-A639-428F-9FFF-80A339785B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263" y="4525200"/>
            <a:ext cx="3492500" cy="1288800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GB" dirty="0"/>
              <a:t>16pt supporting copy approximately</a:t>
            </a:r>
            <a:br>
              <a:rPr lang="en-GB" dirty="0"/>
            </a:br>
            <a:r>
              <a:rPr lang="en-GB" dirty="0"/>
              <a:t>25 words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minima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nostrum </a:t>
            </a:r>
            <a:r>
              <a:rPr lang="en-GB" dirty="0" err="1"/>
              <a:t>exercitationem</a:t>
            </a:r>
            <a:r>
              <a:rPr lang="en-GB" dirty="0"/>
              <a:t> </a:t>
            </a:r>
            <a:r>
              <a:rPr lang="en-GB" dirty="0" err="1"/>
              <a:t>ullam</a:t>
            </a:r>
            <a:r>
              <a:rPr lang="en-GB" dirty="0"/>
              <a:t> corporis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laboriosam</a:t>
            </a:r>
            <a:r>
              <a:rPr lang="en-GB" dirty="0"/>
              <a:t>, </a:t>
            </a:r>
            <a:r>
              <a:rPr lang="en-GB" dirty="0" err="1"/>
              <a:t>nsi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aliquid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commodi</a:t>
            </a:r>
            <a:r>
              <a:rPr lang="en-GB" dirty="0"/>
              <a:t> </a:t>
            </a:r>
            <a:r>
              <a:rPr lang="en-GB" dirty="0" err="1"/>
              <a:t>consequatur</a:t>
            </a:r>
            <a:r>
              <a:rPr lang="en-GB" dirty="0"/>
              <a:t> </a:t>
            </a:r>
            <a:r>
              <a:rPr lang="en-GB" dirty="0" err="1"/>
              <a:t>auteml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iure</a:t>
            </a:r>
            <a:r>
              <a:rPr lang="en-GB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24D79-E118-4261-B0FE-78FF659D45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946E7-114D-43EE-ABEB-A30D465A34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1949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6A5B0387-226C-46FC-9EB2-EE61FC8E40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87958"/>
            <a:ext cx="9037637" cy="531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Main heading </a:t>
            </a:r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511C8CDD-36AD-4D9A-9ECB-DB3F236688F5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dirty="0"/>
              <a:t>Click on the icon to add media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780FC4-2FA4-41CD-8E51-33935D575EC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17C92-48FF-40D7-A1DB-806E7779A9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5504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6A5B0387-226C-46FC-9EB2-EE61FC8E40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87958"/>
            <a:ext cx="9037637" cy="531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Main heading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7F14EF7-3C01-41FF-99B8-A80CF85BC2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1264D5E-B5F3-41C4-AC1D-AC0CEA36F7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11585300" y="6245144"/>
            <a:ext cx="811789" cy="413923"/>
          </a:xfrm>
          <a:prstGeom prst="rect">
            <a:avLst/>
          </a:prstGeom>
        </p:spPr>
        <p:txBody>
          <a:bodyPr wrap="none" lIns="144000" tIns="144000" rIns="144000" bIns="144000">
            <a:spAutoFit/>
          </a:bodyPr>
          <a:lstStyle>
            <a:lvl1pPr marL="0" indent="0">
              <a:buNone/>
              <a:defRPr sz="800"/>
            </a:lvl1pPr>
          </a:lstStyle>
          <a:p>
            <a:r>
              <a:rPr lang="en-GB" dirty="0"/>
              <a:t>© Copyright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CBD6AC-E677-4A0A-89C6-9B9556EA429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373CDC-E785-4797-8E61-FE03967E72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2391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7679B5-CA7A-4028-B7EA-48119129EC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97852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C262F76-6DCD-4E66-8B34-63019F8A51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13477" y="0"/>
            <a:ext cx="597132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4EF402-C451-403B-AB49-B445BD4E183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F47FB-DD28-4903-92F9-019BE6B8B5A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36D4DA48-61E1-4E18-8037-8A7AC9F90C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9806710" y="4441111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A3ACC3AE-95D0-44AA-808F-F9FD3C99A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3622149" y="4441111"/>
            <a:ext cx="4356125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27109634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BE2879C-B203-4598-945D-0C57B7C72CE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10300" y="3517900"/>
            <a:ext cx="5975502" cy="3340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7679B5-CA7A-4028-B7EA-48119129EC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981700" cy="3340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0BD3FBB-A5B1-47F3-81B5-3FEE291E14B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1" y="3517900"/>
            <a:ext cx="5981700" cy="3340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EA6B574-C0B0-467A-B86A-34F42619761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10300" y="0"/>
            <a:ext cx="5975502" cy="3341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9FC094-50DD-4B8B-835E-B56D2CA53D7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0E1EEE-1030-455F-B1D2-6784A5351A2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8BAB32CB-BB1C-45FF-86A5-B1398EE9A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16200000">
            <a:off x="10544772" y="5179173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842EEB2C-2FA6-4E60-8BC0-3B0A200FE6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6200000">
            <a:off x="4360211" y="5179173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9" name="Copyright">
            <a:extLst>
              <a:ext uri="{FF2B5EF4-FFF2-40B4-BE49-F238E27FC236}">
                <a16:creationId xmlns:a16="http://schemas.microsoft.com/office/drawing/2014/main" id="{7392EE9F-7032-44FA-9700-6A84928DA7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6200000">
            <a:off x="10544773" y="171359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98F55F89-83E9-43FE-BEE5-0B42464546F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6200000">
            <a:off x="4360212" y="171359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31530175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7A7A7A5-234F-4CDF-903D-0AA005049FC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3529781"/>
            <a:ext cx="3924000" cy="332821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D77D09D-81A5-450E-B93E-B8A795013F2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-1" y="0"/>
            <a:ext cx="3924000" cy="33408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FCF52BA-1C21-426E-9D5A-17A91BF2EF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27500" y="0"/>
            <a:ext cx="3930952" cy="33408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151B424-C24A-4355-A29D-66B6937E628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264526" y="0"/>
            <a:ext cx="3924000" cy="33408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3069BA39-91D1-45E9-9627-ADB320DE089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128787" y="3529781"/>
            <a:ext cx="3930952" cy="332821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381A4D7-0DB1-41F3-8F9A-A623F55DE07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253113" y="3529781"/>
            <a:ext cx="3924000" cy="332821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tIns="50400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 dirty="0"/>
              <a:t>Click here and insert </a:t>
            </a:r>
            <a:br>
              <a:rPr lang="en-GB" dirty="0"/>
            </a:br>
            <a:r>
              <a:rPr lang="en-GB" dirty="0"/>
              <a:t>image from Templafy</a:t>
            </a:r>
            <a:br>
              <a:rPr lang="en-GB" dirty="0"/>
            </a:br>
            <a:r>
              <a:rPr lang="en-GB" dirty="0"/>
              <a:t>or</a:t>
            </a:r>
            <a:br>
              <a:rPr lang="en-GB" dirty="0"/>
            </a:br>
            <a:r>
              <a:rPr lang="en-GB" dirty="0"/>
              <a:t>insert via ImageTools if </a:t>
            </a:r>
            <a:br>
              <a:rPr lang="en-GB" dirty="0"/>
            </a:br>
            <a:r>
              <a:rPr lang="en-GB" dirty="0"/>
              <a:t>image is not from Templafy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91821D-7263-4C0A-B312-401281B4F615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780B1-5FD7-4476-8539-542EA95C777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8A2E1D88-07B2-471E-90A1-74C7AD1E27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16200000">
            <a:off x="10544772" y="5179173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050EE8D4-F5B0-4390-AF5C-1EAA874A7F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6200000">
            <a:off x="10544773" y="171359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19" name="Copyright">
            <a:extLst>
              <a:ext uri="{FF2B5EF4-FFF2-40B4-BE49-F238E27FC236}">
                <a16:creationId xmlns:a16="http://schemas.microsoft.com/office/drawing/2014/main" id="{8FAE7B5C-6B8D-4484-9545-E71653BA2F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rot="16200000">
            <a:off x="6421882" y="5179173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FF2B36E2-7D6D-48C3-A60D-214213665E5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rot="16200000">
            <a:off x="6421883" y="171359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652D745A-E943-4EFF-8B4F-6FD8C17842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rot="16200000">
            <a:off x="2296269" y="5179173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889B75A5-26AB-431B-A907-6EF11975EB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rot="16200000">
            <a:off x="2296270" y="1713597"/>
            <a:ext cx="2880000" cy="120705"/>
          </a:xfrm>
        </p:spPr>
        <p:txBody>
          <a:bodyPr anchor="ctr"/>
          <a:lstStyle>
            <a:lvl1pPr marL="0" indent="0" algn="l">
              <a:buNone/>
              <a:defRPr sz="800">
                <a:latin typeface="+mn-lt"/>
              </a:defRPr>
            </a:lvl1pPr>
            <a:lvl2pPr marL="360000" indent="0">
              <a:buNone/>
              <a:defRPr sz="800">
                <a:latin typeface="+mn-lt"/>
              </a:defRPr>
            </a:lvl2pPr>
            <a:lvl3pPr>
              <a:buNone/>
              <a:defRPr sz="800">
                <a:latin typeface="+mn-lt"/>
              </a:defRPr>
            </a:lvl3pPr>
            <a:lvl4pPr>
              <a:buNone/>
              <a:defRPr sz="800">
                <a:latin typeface="+mn-lt"/>
              </a:defRPr>
            </a:lvl4pPr>
            <a:lvl5pPr>
              <a:buNone/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© Copyright</a:t>
            </a:r>
          </a:p>
        </p:txBody>
      </p:sp>
    </p:spTree>
    <p:extLst>
      <p:ext uri="{BB962C8B-B14F-4D97-AF65-F5344CB8AC3E}">
        <p14:creationId xmlns:p14="http://schemas.microsoft.com/office/powerpoint/2010/main" val="8752747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4">
            <a:extLst>
              <a:ext uri="{FF2B5EF4-FFF2-40B4-BE49-F238E27FC236}">
                <a16:creationId xmlns:a16="http://schemas.microsoft.com/office/drawing/2014/main" id="{FAB32424-2569-4BE5-8F22-15750575562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3" y="657225"/>
            <a:ext cx="1620837" cy="149618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tIns="504000" anchor="ctr"/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GB" sz="1800" dirty="0"/>
              <a:t>Person</a:t>
            </a:r>
            <a:endParaRPr lang="en-GB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E9E825B-33E5-4AE6-A4A7-0083A3962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1430" y="1961715"/>
            <a:ext cx="5329238" cy="2462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Position title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2CD2D82-70EC-4F1A-962A-5C917098C2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1430" y="1609916"/>
            <a:ext cx="5329238" cy="2462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Firstname Lastname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93EDDD-671A-4BFF-975B-45B562B84FD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FC7CB-7010-4FFC-B901-548335AE4D22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2A866-64A8-4244-A1CA-57C95BBD376F}"/>
              </a:ext>
            </a:extLst>
          </p:cNvPr>
          <p:cNvSpPr txBox="1"/>
          <p:nvPr userDrawn="1"/>
        </p:nvSpPr>
        <p:spPr>
          <a:xfrm>
            <a:off x="2511430" y="1222506"/>
            <a:ext cx="1409700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127139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EF3004D-07DD-4A07-84DE-710A16D046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1811338"/>
            <a:ext cx="5319713" cy="5795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Thank you and questions </a:t>
            </a:r>
          </a:p>
        </p:txBody>
      </p:sp>
    </p:spTree>
    <p:extLst>
      <p:ext uri="{BB962C8B-B14F-4D97-AF65-F5344CB8AC3E}">
        <p14:creationId xmlns:p14="http://schemas.microsoft.com/office/powerpoint/2010/main" val="13097153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135014-C08C-4A66-8213-6117EBA021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2BD3C9-7B98-4F8C-8059-46844677E9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58470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C540EE-818B-4BD2-B896-84BDD66D1C6D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B0C0825-138B-4F0A-8FB0-C6A162396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665" y="3045600"/>
            <a:ext cx="2894670" cy="7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465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2">
    <p:bg>
      <p:bgPr>
        <a:solidFill>
          <a:schemeClr val="tx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C540EE-818B-4BD2-B896-84BDD66D1C6D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CF1649-656D-4D52-90FE-38B098A6D0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665" y="3045600"/>
            <a:ext cx="2894670" cy="7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9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C8F77785-DAC9-4046-8A82-0AC40734117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9675D1FD-FB10-4317-AAF4-BDCB2224F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Slide Number Placeholder 10" hidden="1">
            <a:extLst>
              <a:ext uri="{FF2B5EF4-FFF2-40B4-BE49-F238E27FC236}">
                <a16:creationId xmlns:a16="http://schemas.microsoft.com/office/drawing/2014/main" id="{BBF7E881-962B-4385-8C0A-994D3D771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0" name="Text Box 2">
            <a:extLst>
              <a:ext uri="{FF2B5EF4-FFF2-40B4-BE49-F238E27FC236}">
                <a16:creationId xmlns:a16="http://schemas.microsoft.com/office/drawing/2014/main" id="{29B69B38-E4DC-46EC-8251-C0FF4979DB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8810" y="1556270"/>
            <a:ext cx="3458564" cy="5370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 pane</a:t>
            </a:r>
            <a:endParaRPr lang="en-GB" altLang="da-DK" sz="1200" b="1" noProof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sz="1000" b="0" noProof="1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Styles Pane </a:t>
            </a:r>
            <a:r>
              <a:rPr lang="en-GB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Templafy ribbon to </a:t>
            </a:r>
            <a:br>
              <a:rPr lang="en-GB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up to 9 different level text or headings.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select </a:t>
            </a:r>
            <a:r>
              <a:rPr lang="en-GB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Increase</a:t>
            </a:r>
            <a:r>
              <a:rPr lang="en-GB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or </a:t>
            </a:r>
            <a:r>
              <a:rPr lang="en-GB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Decrease</a:t>
            </a:r>
            <a:r>
              <a:rPr lang="en-GB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</a:t>
            </a:r>
            <a:br>
              <a:rPr lang="en-GB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level to go up a level to change the style.</a:t>
            </a:r>
            <a:endParaRPr lang="en-GB" altLang="da-DK" sz="10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10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000" b="0" noProof="1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Reset slide</a:t>
            </a:r>
            <a:br>
              <a:rPr lang="en-GB" sz="1000" b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Reset</a:t>
            </a:r>
            <a:r>
              <a:rPr lang="en-GB" altLang="da-DK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10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 size</a:t>
            </a:r>
            <a:r>
              <a:rPr lang="en-GB" altLang="da-DK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br>
              <a:rPr lang="en-GB" altLang="da-DK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formatting of the slide placeholders to their default settings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Slides and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New Slide 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Home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to insert a </a:t>
            </a: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b="0" noProof="1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Change layout</a:t>
            </a:r>
            <a:br>
              <a:rPr lang="en-GB" altLang="da-DK" sz="1000" b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00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1000" b="0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Layout</a:t>
            </a:r>
            <a:r>
              <a:rPr lang="en-GB" sz="1000" b="1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 </a:t>
            </a:r>
            <a:r>
              <a:rPr lang="en-GB" sz="100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</a:t>
            </a:r>
            <a:br>
              <a:rPr lang="en-GB" sz="100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GB" sz="100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menu of possible slide layouts</a:t>
            </a: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1000" b="0" dirty="0">
                <a:solidFill>
                  <a:schemeClr val="accent1"/>
                </a:solidFill>
                <a:latin typeface="+mn-lt"/>
                <a:ea typeface="Arial" panose="020B0604020202020204" pitchFamily="34" charset="0"/>
              </a:rPr>
              <a:t>Animations</a:t>
            </a:r>
            <a:br>
              <a:rPr lang="en-GB" sz="1000" b="1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GB" sz="1000" dirty="0">
                <a:latin typeface="+mn-lt"/>
                <a:ea typeface="Arial" panose="020B0604020202020204" pitchFamily="34" charset="0"/>
              </a:rPr>
              <a:t>No animated slides included,  keep animation simple e.g., fade</a:t>
            </a:r>
          </a:p>
          <a:p>
            <a:pPr marL="0" indent="0">
              <a:spcAft>
                <a:spcPts val="0"/>
              </a:spcAft>
              <a:buFont typeface="+mj-lt"/>
              <a:buNone/>
            </a:pPr>
            <a:endParaRPr lang="en-GB" sz="1000" dirty="0"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kern="1200" noProof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Click the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View</a:t>
            </a:r>
            <a:r>
              <a:rPr lang="en-GB" altLang="da-DK" sz="1000" b="0" kern="1200" noProof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tab and set tick mark next to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Hint: Alt + F9 </a:t>
            </a:r>
            <a:r>
              <a:rPr lang="en-GB" altLang="da-DK" sz="1000" b="0" kern="1200" noProof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for quick view of guides</a:t>
            </a:r>
            <a:br>
              <a:rPr lang="en-GB" altLang="da-DK" sz="1000" b="0" kern="1200" noProof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</a:b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Mac: </a:t>
            </a:r>
            <a:r>
              <a:rPr lang="en-GB" sz="1000" b="0" i="0" dirty="0">
                <a:solidFill>
                  <a:srgbClr val="333333"/>
                </a:solidFill>
                <a:effectLst/>
                <a:latin typeface="+mn-lt"/>
              </a:rPr>
              <a:t>⌘ </a:t>
            </a:r>
            <a:r>
              <a:rPr lang="en-GB" altLang="da-DK" sz="1000" b="0" kern="1200" noProof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+ option + ctrl + G</a:t>
            </a:r>
            <a:endParaRPr lang="en-GB" sz="1000" dirty="0">
              <a:latin typeface="+mn-lt"/>
              <a:ea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br>
              <a:rPr lang="en-GB" altLang="da-DK" sz="1000" b="0" kern="1200" noProof="1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</a:br>
            <a:endParaRPr lang="en-GB" sz="1000" dirty="0">
              <a:latin typeface="+mn-lt"/>
              <a:ea typeface="Arial" panose="020B0604020202020204" pitchFamily="34" charset="0"/>
            </a:endParaRP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F569F601-11CF-4F09-9ACA-29DB61293B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59275" y="1556270"/>
            <a:ext cx="347345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Pictures</a:t>
            </a:r>
            <a:endParaRPr lang="en-GB" sz="1200" b="1" noProof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None/>
              <a:defRPr/>
            </a:pPr>
            <a:r>
              <a:rPr lang="en-GB" altLang="da-DK" sz="1050" b="0" i="0" u="none" kern="1200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On slides with picture placeholder click icon, </a:t>
            </a:r>
            <a:br>
              <a:rPr lang="en-GB" altLang="da-DK" sz="1050" b="0" i="0" u="none" kern="1200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lang="en-GB" altLang="da-DK" sz="1050" b="0" i="0" u="none" kern="1200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elect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Image</a:t>
            </a:r>
            <a:r>
              <a:rPr lang="en-GB" altLang="da-DK" sz="1050" b="1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Tools</a:t>
            </a:r>
            <a:r>
              <a:rPr lang="en-GB" altLang="da-DK" sz="1050" b="1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options on Templafy ribbon </a:t>
            </a:r>
            <a:b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and select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Insert</a:t>
            </a:r>
            <a:r>
              <a:rPr lang="en-GB" altLang="da-DK" sz="1050" b="1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or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Paste</a:t>
            </a:r>
            <a: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. Then move the picture </a:t>
            </a:r>
            <a:b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lang="en-GB" altLang="da-DK" sz="1050" b="0" i="0" u="none" cap="none" noProof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+mn-cs"/>
              </a:rPr>
              <a:t>within the placeholder to focus. </a:t>
            </a:r>
            <a:endParaRPr lang="en-GB" altLang="da-DK" sz="1200" b="0" i="0" u="none" cap="none" noProof="1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0" i="0" noProof="1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marL="144000" indent="-144000" eaLnBrk="1" hangingPunct="1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Crop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marL="144000" indent="-144000" eaLnBrk="1" hangingPunct="1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SHIFT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</a:t>
            </a: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while dragging the corners of the picture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Hint: 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Send to Back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8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200" b="1" noProof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Keep the audience engaged with the simple rule of one concept per slide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Run the Accessibility Checker, found under the Review 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charts and diagrams use the secondary colour palette in </a:t>
            </a: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the order shown in </a:t>
            </a:r>
            <a:r>
              <a:rPr lang="en-GB" alt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Custom Colours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make provision for colour blindness</a:t>
            </a:r>
            <a:endParaRPr lang="en-GB" altLang="da-DK" sz="1000" b="0" kern="1200" noProof="1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id="{2682DB02-2CDA-471F-B752-2FCF9D50161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57481" y="1561190"/>
            <a:ext cx="3473450" cy="3801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 and footer</a:t>
            </a:r>
            <a:endParaRPr lang="en-GB" altLang="da-DK" sz="1200" b="1" noProof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Header and Footer 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Insert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text, click date or page 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Apply</a:t>
            </a:r>
            <a:r>
              <a:rPr lang="en-GB" alt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to</a:t>
            </a:r>
            <a:r>
              <a:rPr lang="en-GB" alt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All</a:t>
            </a:r>
            <a:r>
              <a:rPr lang="en-GB" alt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Apply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8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200" b="1" noProof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marL="180000" indent="-180000" eaLnBrk="1" hangingPunct="1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Best practice: 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one</a:t>
            </a:r>
            <a:r>
              <a:rPr lang="en-GB" altLang="da-DK" sz="10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1000" b="0" kern="1200" noProof="1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one</a:t>
            </a:r>
            <a:r>
              <a:rPr lang="en-GB" altLang="da-DK" sz="10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1000" b="1" i="0" u="sng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80000" indent="-180000" eaLnBrk="1" hangingPunct="1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</a:t>
            </a:r>
            <a:r>
              <a:rPr lang="en-GB" altLang="da-DK" sz="1000" b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Important: </a:t>
            </a: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old, wrong layouts via View &gt; Slidemaster.</a:t>
            </a:r>
          </a:p>
          <a:p>
            <a:pPr eaLnBrk="1" hangingPunct="1">
              <a:spcAft>
                <a:spcPts val="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200" b="1" noProof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Colours and order of use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Where one or two colours adequately convey the </a:t>
            </a:r>
            <a:b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10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information, then the primary palette should be used</a:t>
            </a:r>
            <a:endParaRPr lang="en-GB" altLang="da-DK" sz="10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BB584EE-8C00-4508-B274-AFA10B3ABB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4742" y="4676636"/>
            <a:ext cx="475428" cy="176762"/>
          </a:xfrm>
          <a:prstGeom prst="rect">
            <a:avLst/>
          </a:prstGeom>
        </p:spPr>
      </p:pic>
      <p:pic>
        <p:nvPicPr>
          <p:cNvPr id="35" name="Picture 16">
            <a:extLst>
              <a:ext uri="{FF2B5EF4-FFF2-40B4-BE49-F238E27FC236}">
                <a16:creationId xmlns:a16="http://schemas.microsoft.com/office/drawing/2014/main" id="{41BC802C-A869-4D85-92E3-B3EBC84B5E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05638" y="3988871"/>
            <a:ext cx="328881" cy="505501"/>
          </a:xfrm>
          <a:prstGeom prst="rect">
            <a:avLst/>
          </a:prstGeom>
        </p:spPr>
      </p:pic>
      <p:pic>
        <p:nvPicPr>
          <p:cNvPr id="36" name="Picture 20">
            <a:extLst>
              <a:ext uri="{FF2B5EF4-FFF2-40B4-BE49-F238E27FC236}">
                <a16:creationId xmlns:a16="http://schemas.microsoft.com/office/drawing/2014/main" id="{F7E1D6D1-B653-444A-A572-F87B91C855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44742" y="3256159"/>
            <a:ext cx="538465" cy="172841"/>
          </a:xfrm>
          <a:prstGeom prst="rect">
            <a:avLst/>
          </a:prstGeom>
        </p:spPr>
      </p:pic>
      <p:pic>
        <p:nvPicPr>
          <p:cNvPr id="37" name="Picture 19">
            <a:extLst>
              <a:ext uri="{FF2B5EF4-FFF2-40B4-BE49-F238E27FC236}">
                <a16:creationId xmlns:a16="http://schemas.microsoft.com/office/drawing/2014/main" id="{A91EB139-9D90-427B-9229-AFB288306F9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14612" y="2732345"/>
            <a:ext cx="313788" cy="543900"/>
          </a:xfrm>
          <a:prstGeom prst="rect">
            <a:avLst/>
          </a:prstGeom>
        </p:spPr>
      </p:pic>
      <p:pic>
        <p:nvPicPr>
          <p:cNvPr id="38" name="Picture 12">
            <a:extLst>
              <a:ext uri="{FF2B5EF4-FFF2-40B4-BE49-F238E27FC236}">
                <a16:creationId xmlns:a16="http://schemas.microsoft.com/office/drawing/2014/main" id="{9302297C-8714-4F04-80C4-D88FCB711B8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54895" y="2350953"/>
            <a:ext cx="378293" cy="54336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E3E34AB-E599-431C-B998-23EB2D86613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54485" y="2558845"/>
            <a:ext cx="457143" cy="257143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2902734-3D03-4C28-A006-0BEC608D23B2}"/>
              </a:ext>
            </a:extLst>
          </p:cNvPr>
          <p:cNvGrpSpPr/>
          <p:nvPr userDrawn="1"/>
        </p:nvGrpSpPr>
        <p:grpSpPr>
          <a:xfrm>
            <a:off x="11353188" y="5065031"/>
            <a:ext cx="180000" cy="608519"/>
            <a:chOff x="11353188" y="5592256"/>
            <a:chExt cx="180000" cy="60851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B58C93-1F46-455C-8D5F-F2CD48D279E9}"/>
                </a:ext>
              </a:extLst>
            </p:cNvPr>
            <p:cNvSpPr txBox="1"/>
            <p:nvPr userDrawn="1"/>
          </p:nvSpPr>
          <p:spPr>
            <a:xfrm>
              <a:off x="11353188" y="5807237"/>
              <a:ext cx="180000" cy="1800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A2DB1B-A420-4B12-85ED-CF483E503527}"/>
                </a:ext>
              </a:extLst>
            </p:cNvPr>
            <p:cNvSpPr txBox="1"/>
            <p:nvPr userDrawn="1"/>
          </p:nvSpPr>
          <p:spPr>
            <a:xfrm>
              <a:off x="11353188" y="6020775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D0F578B-638A-4F2E-801D-451C157902C7}"/>
                </a:ext>
              </a:extLst>
            </p:cNvPr>
            <p:cNvSpPr txBox="1"/>
            <p:nvPr userDrawn="1"/>
          </p:nvSpPr>
          <p:spPr>
            <a:xfrm>
              <a:off x="11353188" y="5592256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4" name="Title 2">
            <a:extLst>
              <a:ext uri="{FF2B5EF4-FFF2-40B4-BE49-F238E27FC236}">
                <a16:creationId xmlns:a16="http://schemas.microsoft.com/office/drawing/2014/main" id="{88AC562C-7CEE-4D41-9A95-F1606A2EB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0" y="504000"/>
            <a:ext cx="7172327" cy="5328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Tips and Tricks: user guide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E091B5-7F19-4FC3-BFBD-9868B3E235A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301231" y="1585888"/>
            <a:ext cx="873267" cy="1193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5A0E2-DFA0-4F60-BCDA-05EE8CD098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t="1" b="14057"/>
          <a:stretch/>
        </p:blipFill>
        <p:spPr>
          <a:xfrm>
            <a:off x="7127918" y="1787380"/>
            <a:ext cx="700482" cy="7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45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P Agenda Section"/>
          <p:cNvGrpSpPr/>
          <p:nvPr userDrawn="1"/>
        </p:nvGrpSpPr>
        <p:grpSpPr>
          <a:xfrm>
            <a:off x="561176" y="1824042"/>
            <a:ext cx="11044248" cy="369332"/>
            <a:chOff x="1630533" y="2085631"/>
            <a:chExt cx="11044247" cy="369332"/>
          </a:xfrm>
        </p:grpSpPr>
        <p:sp>
          <p:nvSpPr>
            <p:cNvPr id="20" name="Section Title" hidden="1"/>
            <p:cNvSpPr txBox="1">
              <a:spLocks/>
            </p:cNvSpPr>
            <p:nvPr userDrawn="1"/>
          </p:nvSpPr>
          <p:spPr>
            <a:xfrm>
              <a:off x="1630533" y="2085631"/>
              <a:ext cx="10177271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2800" dirty="0"/>
                <a:t>&lt;TEXT&gt;</a:t>
              </a:r>
            </a:p>
          </p:txBody>
        </p:sp>
        <p:sp>
          <p:nvSpPr>
            <p:cNvPr id="22" name="Slide Number" hidden="1"/>
            <p:cNvSpPr txBox="1">
              <a:spLocks/>
            </p:cNvSpPr>
            <p:nvPr userDrawn="1"/>
          </p:nvSpPr>
          <p:spPr>
            <a:xfrm>
              <a:off x="12037786" y="2085631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2800" dirty="0"/>
                <a:t>&lt;P&gt;</a:t>
              </a:r>
            </a:p>
          </p:txBody>
        </p:sp>
      </p:grpSp>
      <p:grpSp>
        <p:nvGrpSpPr>
          <p:cNvPr id="4" name="SP Agenda Section Highlight"/>
          <p:cNvGrpSpPr>
            <a:grpSpLocks/>
          </p:cNvGrpSpPr>
          <p:nvPr userDrawn="1"/>
        </p:nvGrpSpPr>
        <p:grpSpPr>
          <a:xfrm>
            <a:off x="561176" y="2384090"/>
            <a:ext cx="11044248" cy="369332"/>
            <a:chOff x="1547504" y="2616963"/>
            <a:chExt cx="11044248" cy="369332"/>
          </a:xfrm>
          <a:noFill/>
        </p:grpSpPr>
        <p:sp>
          <p:nvSpPr>
            <p:cNvPr id="32" name="Section Title" hidden="1"/>
            <p:cNvSpPr txBox="1">
              <a:spLocks/>
            </p:cNvSpPr>
            <p:nvPr userDrawn="1"/>
          </p:nvSpPr>
          <p:spPr>
            <a:xfrm>
              <a:off x="1547504" y="2616963"/>
              <a:ext cx="10177272" cy="369332"/>
            </a:xfrm>
            <a:prstGeom prst="rect">
              <a:avLst/>
            </a:prstGeom>
            <a:grp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2800" b="0" dirty="0">
                  <a:solidFill>
                    <a:srgbClr val="FF0000"/>
                  </a:solidFill>
                </a:rPr>
                <a:t>&lt;TEXT&gt;</a:t>
              </a:r>
            </a:p>
          </p:txBody>
        </p:sp>
        <p:sp>
          <p:nvSpPr>
            <p:cNvPr id="34" name="Slide Number" hidden="1"/>
            <p:cNvSpPr txBox="1">
              <a:spLocks/>
            </p:cNvSpPr>
            <p:nvPr userDrawn="1"/>
          </p:nvSpPr>
          <p:spPr>
            <a:xfrm>
              <a:off x="11954758" y="2616963"/>
              <a:ext cx="636994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2800" b="0" dirty="0">
                  <a:solidFill>
                    <a:srgbClr val="FF0000"/>
                  </a:solidFill>
                </a:rPr>
                <a:t>&lt;P&gt;</a:t>
              </a:r>
            </a:p>
          </p:txBody>
        </p:sp>
      </p:grpSp>
      <p:grpSp>
        <p:nvGrpSpPr>
          <p:cNvPr id="8" name="SP Agenda Subsection"/>
          <p:cNvGrpSpPr>
            <a:grpSpLocks/>
          </p:cNvGrpSpPr>
          <p:nvPr userDrawn="1"/>
        </p:nvGrpSpPr>
        <p:grpSpPr>
          <a:xfrm>
            <a:off x="561176" y="2943456"/>
            <a:ext cx="11044248" cy="369332"/>
            <a:chOff x="2062894" y="3155687"/>
            <a:chExt cx="11044247" cy="369332"/>
          </a:xfrm>
        </p:grpSpPr>
        <p:sp>
          <p:nvSpPr>
            <p:cNvPr id="39" name="Section Title" hidden="1"/>
            <p:cNvSpPr txBox="1">
              <a:spLocks/>
            </p:cNvSpPr>
            <p:nvPr userDrawn="1"/>
          </p:nvSpPr>
          <p:spPr>
            <a:xfrm>
              <a:off x="2062894" y="3155687"/>
              <a:ext cx="10178541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2800" dirty="0"/>
                <a:t>&lt;TEXT&gt;</a:t>
              </a:r>
            </a:p>
          </p:txBody>
        </p:sp>
        <p:sp>
          <p:nvSpPr>
            <p:cNvPr id="41" name="Slide Number" hidden="1"/>
            <p:cNvSpPr txBox="1">
              <a:spLocks/>
            </p:cNvSpPr>
            <p:nvPr userDrawn="1"/>
          </p:nvSpPr>
          <p:spPr>
            <a:xfrm>
              <a:off x="12470147" y="3155687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2800" dirty="0"/>
                <a:t>&lt;P&gt;</a:t>
              </a:r>
            </a:p>
          </p:txBody>
        </p:sp>
      </p:grpSp>
      <p:grpSp>
        <p:nvGrpSpPr>
          <p:cNvPr id="9" name="SP Agenda Subsection Highlight"/>
          <p:cNvGrpSpPr>
            <a:grpSpLocks/>
          </p:cNvGrpSpPr>
          <p:nvPr userDrawn="1"/>
        </p:nvGrpSpPr>
        <p:grpSpPr>
          <a:xfrm>
            <a:off x="561176" y="3502822"/>
            <a:ext cx="11044248" cy="369332"/>
            <a:chOff x="2062894" y="3694411"/>
            <a:chExt cx="11044248" cy="369332"/>
          </a:xfrm>
          <a:noFill/>
        </p:grpSpPr>
        <p:sp>
          <p:nvSpPr>
            <p:cNvPr id="46" name="Section Title" hidden="1"/>
            <p:cNvSpPr txBox="1">
              <a:spLocks/>
            </p:cNvSpPr>
            <p:nvPr userDrawn="1"/>
          </p:nvSpPr>
          <p:spPr>
            <a:xfrm>
              <a:off x="2062894" y="3694411"/>
              <a:ext cx="10177272" cy="369332"/>
            </a:xfrm>
            <a:prstGeom prst="rect">
              <a:avLst/>
            </a:prstGeom>
            <a:grp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2800" b="0" dirty="0">
                  <a:solidFill>
                    <a:srgbClr val="FF0000"/>
                  </a:solidFill>
                </a:rPr>
                <a:t>&lt;TEXT&gt;</a:t>
              </a:r>
            </a:p>
          </p:txBody>
        </p:sp>
        <p:sp>
          <p:nvSpPr>
            <p:cNvPr id="48" name="Slide Number" hidden="1"/>
            <p:cNvSpPr txBox="1">
              <a:spLocks/>
            </p:cNvSpPr>
            <p:nvPr userDrawn="1"/>
          </p:nvSpPr>
          <p:spPr>
            <a:xfrm>
              <a:off x="12470148" y="3694411"/>
              <a:ext cx="636994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2800" b="0" dirty="0">
                  <a:solidFill>
                    <a:srgbClr val="FF0000"/>
                  </a:solidFill>
                </a:rPr>
                <a:t>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B412AA-C027-4FE7-B3CE-FC0157DDC11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BEFEC-359D-D160-AEE7-F254D694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F6DE4-A646-EA9C-D643-88332CC3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5449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SP Agenda Section" hidden="1">
            <a:extLst>
              <a:ext uri="{FF2B5EF4-FFF2-40B4-BE49-F238E27FC236}">
                <a16:creationId xmlns:a16="http://schemas.microsoft.com/office/drawing/2014/main" id="{91D61CFA-1A29-4B89-8F49-1E216E25DD2B}"/>
              </a:ext>
            </a:extLst>
          </p:cNvPr>
          <p:cNvGrpSpPr>
            <a:grpSpLocks/>
          </p:cNvGrpSpPr>
          <p:nvPr userDrawn="1"/>
        </p:nvGrpSpPr>
        <p:grpSpPr>
          <a:xfrm>
            <a:off x="561804" y="1933043"/>
            <a:ext cx="9499096" cy="369332"/>
            <a:chOff x="1685325" y="2085631"/>
            <a:chExt cx="5598384" cy="369332"/>
          </a:xfrm>
        </p:grpSpPr>
        <p:sp>
          <p:nvSpPr>
            <p:cNvPr id="72" name="Section Title">
              <a:extLst>
                <a:ext uri="{FF2B5EF4-FFF2-40B4-BE49-F238E27FC236}">
                  <a16:creationId xmlns:a16="http://schemas.microsoft.com/office/drawing/2014/main" id="{8BF45C0E-D24F-4800-98B2-20E0A3AC8C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85325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4000" b="0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73" name="Section Number">
              <a:extLst>
                <a:ext uri="{FF2B5EF4-FFF2-40B4-BE49-F238E27FC236}">
                  <a16:creationId xmlns:a16="http://schemas.microsoft.com/office/drawing/2014/main" id="{B36140C3-09D5-4D3F-906D-270C63E3402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&lt;N&gt;</a:t>
              </a:r>
            </a:p>
          </p:txBody>
        </p:sp>
        <p:sp>
          <p:nvSpPr>
            <p:cNvPr id="74" name="Slide Number">
              <a:extLst>
                <a:ext uri="{FF2B5EF4-FFF2-40B4-BE49-F238E27FC236}">
                  <a16:creationId xmlns:a16="http://schemas.microsoft.com/office/drawing/2014/main" id="{871FFF1F-6558-47A3-B57A-1327C25BF06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75" name="Timeslot">
              <a:extLst>
                <a:ext uri="{FF2B5EF4-FFF2-40B4-BE49-F238E27FC236}">
                  <a16:creationId xmlns:a16="http://schemas.microsoft.com/office/drawing/2014/main" id="{98FFC8B2-AAEA-4B46-BACD-C8587958201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76" name="Responsible">
              <a:extLst>
                <a:ext uri="{FF2B5EF4-FFF2-40B4-BE49-F238E27FC236}">
                  <a16:creationId xmlns:a16="http://schemas.microsoft.com/office/drawing/2014/main" id="{0E8F7A35-E5F6-48B1-BC2B-4D8D2886AA7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77" name="Duration">
              <a:extLst>
                <a:ext uri="{FF2B5EF4-FFF2-40B4-BE49-F238E27FC236}">
                  <a16:creationId xmlns:a16="http://schemas.microsoft.com/office/drawing/2014/main" id="{D42D33A2-C40A-44B6-BE0C-4D7653C496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grpSp>
        <p:nvGrpSpPr>
          <p:cNvPr id="78" name="SP Agenda Subsection" hidden="1">
            <a:extLst>
              <a:ext uri="{FF2B5EF4-FFF2-40B4-BE49-F238E27FC236}">
                <a16:creationId xmlns:a16="http://schemas.microsoft.com/office/drawing/2014/main" id="{3CDEAECC-3C3D-40DC-8048-05157150AD6E}"/>
              </a:ext>
            </a:extLst>
          </p:cNvPr>
          <p:cNvGrpSpPr>
            <a:grpSpLocks/>
          </p:cNvGrpSpPr>
          <p:nvPr userDrawn="1"/>
        </p:nvGrpSpPr>
        <p:grpSpPr>
          <a:xfrm>
            <a:off x="561798" y="2566133"/>
            <a:ext cx="9499097" cy="369332"/>
            <a:chOff x="1685318" y="2085631"/>
            <a:chExt cx="5598384" cy="369332"/>
          </a:xfrm>
        </p:grpSpPr>
        <p:sp>
          <p:nvSpPr>
            <p:cNvPr id="79" name="Section Title">
              <a:extLst>
                <a:ext uri="{FF2B5EF4-FFF2-40B4-BE49-F238E27FC236}">
                  <a16:creationId xmlns:a16="http://schemas.microsoft.com/office/drawing/2014/main" id="{584D4FFB-892A-49C8-973F-893B258E19B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85318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4000" b="0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80" name="Section Number">
              <a:extLst>
                <a:ext uri="{FF2B5EF4-FFF2-40B4-BE49-F238E27FC236}">
                  <a16:creationId xmlns:a16="http://schemas.microsoft.com/office/drawing/2014/main" id="{BB144044-4B4E-495D-8D8D-9D01BCCA9A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&lt;N&gt;</a:t>
              </a:r>
            </a:p>
          </p:txBody>
        </p:sp>
        <p:sp>
          <p:nvSpPr>
            <p:cNvPr id="81" name="Slide Number">
              <a:extLst>
                <a:ext uri="{FF2B5EF4-FFF2-40B4-BE49-F238E27FC236}">
                  <a16:creationId xmlns:a16="http://schemas.microsoft.com/office/drawing/2014/main" id="{72849E41-8C22-4F28-A058-02BC25DF49B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82" name="Timeslot">
              <a:extLst>
                <a:ext uri="{FF2B5EF4-FFF2-40B4-BE49-F238E27FC236}">
                  <a16:creationId xmlns:a16="http://schemas.microsoft.com/office/drawing/2014/main" id="{CA1BEB0B-B88B-4782-BF66-3BC90122CA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83" name="Responsible">
              <a:extLst>
                <a:ext uri="{FF2B5EF4-FFF2-40B4-BE49-F238E27FC236}">
                  <a16:creationId xmlns:a16="http://schemas.microsoft.com/office/drawing/2014/main" id="{2488CE60-C0C7-4375-8E28-316DE55D3D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84" name="Duration">
              <a:extLst>
                <a:ext uri="{FF2B5EF4-FFF2-40B4-BE49-F238E27FC236}">
                  <a16:creationId xmlns:a16="http://schemas.microsoft.com/office/drawing/2014/main" id="{FDCF7982-797D-46DB-BA8C-F96B93FBBFA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4000" b="0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3736B0-A6D4-AD48-5A96-28F392F7DB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28DDA-7B7B-FC9D-3059-139EC9E4E2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4361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008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38E2E-8C9F-4F09-9079-71FF3E9BD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2" y="6498000"/>
            <a:ext cx="5322887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6AA5B-F5BE-4B46-AFAB-A6B720BD0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0697" y="6498000"/>
            <a:ext cx="46249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BE232AB-0B06-425F-9ADD-32A9A3D0118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33D9DB0A-A808-4CCE-8146-B93E74E0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1" y="657225"/>
            <a:ext cx="9021764" cy="53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B9491A-5371-4C44-BBE4-EB722D183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2" y="1810800"/>
            <a:ext cx="10874375" cy="4355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 level</a:t>
            </a:r>
          </a:p>
          <a:p>
            <a:pPr lvl="8"/>
            <a:r>
              <a:rPr lang="en-GB" dirty="0"/>
              <a:t>Ninth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ECF81F8-0FF8-428B-8FBC-B2925CACD956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0378067" y="357164"/>
            <a:ext cx="1156709" cy="30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7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91" r:id="rId2"/>
    <p:sldLayoutId id="2147483933" r:id="rId3"/>
    <p:sldLayoutId id="2147483910" r:id="rId4"/>
    <p:sldLayoutId id="2147483840" r:id="rId5"/>
    <p:sldLayoutId id="2147483792" r:id="rId6"/>
    <p:sldLayoutId id="2147483908" r:id="rId7"/>
    <p:sldLayoutId id="2147483663" r:id="rId8"/>
    <p:sldLayoutId id="2147483699" r:id="rId9"/>
    <p:sldLayoutId id="2147483650" r:id="rId10"/>
    <p:sldLayoutId id="2147483751" r:id="rId11"/>
    <p:sldLayoutId id="2147483664" r:id="rId12"/>
    <p:sldLayoutId id="2147483691" r:id="rId13"/>
    <p:sldLayoutId id="2147483690" r:id="rId14"/>
    <p:sldLayoutId id="2147483923" r:id="rId15"/>
    <p:sldLayoutId id="2147483825" r:id="rId16"/>
    <p:sldLayoutId id="2147483928" r:id="rId17"/>
    <p:sldLayoutId id="2147483929" r:id="rId18"/>
    <p:sldLayoutId id="2147483890" r:id="rId19"/>
    <p:sldLayoutId id="2147483920" r:id="rId20"/>
    <p:sldLayoutId id="2147483926" r:id="rId21"/>
    <p:sldLayoutId id="2147483930" r:id="rId22"/>
    <p:sldLayoutId id="2147483927" r:id="rId23"/>
    <p:sldLayoutId id="2147483827" r:id="rId24"/>
    <p:sldLayoutId id="2147483912" r:id="rId25"/>
    <p:sldLayoutId id="2147483913" r:id="rId26"/>
    <p:sldLayoutId id="2147483914" r:id="rId27"/>
    <p:sldLayoutId id="2147483838" r:id="rId28"/>
    <p:sldLayoutId id="2147483836" r:id="rId29"/>
    <p:sldLayoutId id="2147483837" r:id="rId30"/>
    <p:sldLayoutId id="2147483921" r:id="rId31"/>
    <p:sldLayoutId id="2147483917" r:id="rId32"/>
    <p:sldLayoutId id="2147483916" r:id="rId33"/>
    <p:sldLayoutId id="2147483925" r:id="rId34"/>
    <p:sldLayoutId id="2147483918" r:id="rId35"/>
    <p:sldLayoutId id="2147483924" r:id="rId36"/>
    <p:sldLayoutId id="2147483922" r:id="rId37"/>
    <p:sldLayoutId id="2147483919" r:id="rId38"/>
    <p:sldLayoutId id="2147483867" r:id="rId39"/>
    <p:sldLayoutId id="2147483868" r:id="rId40"/>
    <p:sldLayoutId id="2147483869" r:id="rId41"/>
    <p:sldLayoutId id="2147483870" r:id="rId42"/>
    <p:sldLayoutId id="2147483871" r:id="rId43"/>
    <p:sldLayoutId id="2147483882" r:id="rId44"/>
    <p:sldLayoutId id="2147483883" r:id="rId45"/>
    <p:sldLayoutId id="2147483911" r:id="rId46"/>
    <p:sldLayoutId id="2147483884" r:id="rId47"/>
    <p:sldLayoutId id="2147483885" r:id="rId48"/>
    <p:sldLayoutId id="2147483909" r:id="rId49"/>
    <p:sldLayoutId id="2147483931" r:id="rId50"/>
    <p:sldLayoutId id="2147483932" r:id="rId51"/>
  </p:sldLayoutIdLst>
  <p:hf sldNum="0" hdr="0" ftr="0" dt="0"/>
  <p:txStyles>
    <p:titleStyle>
      <a:lvl1pPr algn="l" defTabSz="914400" rtl="0" eaLnBrk="1" latinLnBrk="0" hangingPunct="1">
        <a:lnSpc>
          <a:spcPts val="4400"/>
        </a:lnSpc>
        <a:spcBef>
          <a:spcPct val="0"/>
        </a:spcBef>
        <a:buNone/>
        <a:defRPr lang="en-AU" sz="4000" kern="1200" dirty="0" smtClean="0">
          <a:solidFill>
            <a:schemeClr val="tx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Times New Roman" panose="02020603050405020304" pitchFamily="18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sz="2800" b="0" kern="1200">
          <a:solidFill>
            <a:schemeClr val="accent1"/>
          </a:solidFill>
          <a:latin typeface="+mj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sz="1600" b="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0" indent="0" algn="l" defTabSz="914400" rtl="0" eaLnBrk="1" latinLnBrk="0" hangingPunct="1">
        <a:lnSpc>
          <a:spcPts val="14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15" userDrawn="1">
          <p15:clr>
            <a:srgbClr val="F26B43"/>
          </p15:clr>
        </p15:guide>
        <p15:guide id="4" orient="horz" pos="414" userDrawn="1">
          <p15:clr>
            <a:srgbClr val="F26B43"/>
          </p15:clr>
        </p15:guide>
        <p15:guide id="5" pos="1435" userDrawn="1">
          <p15:clr>
            <a:srgbClr val="F26B43"/>
          </p15:clr>
        </p15:guide>
        <p15:guide id="6" pos="1580" userDrawn="1">
          <p15:clr>
            <a:srgbClr val="F26B43"/>
          </p15:clr>
        </p15:guide>
        <p15:guide id="7" pos="2601" userDrawn="1">
          <p15:clr>
            <a:srgbClr val="F26B43"/>
          </p15:clr>
        </p15:guide>
        <p15:guide id="8" pos="2746" userDrawn="1">
          <p15:clr>
            <a:srgbClr val="F26B43"/>
          </p15:clr>
        </p15:guide>
        <p15:guide id="9" pos="3766" userDrawn="1">
          <p15:clr>
            <a:srgbClr val="F26B43"/>
          </p15:clr>
        </p15:guide>
        <p15:guide id="10" pos="3911" userDrawn="1">
          <p15:clr>
            <a:srgbClr val="F26B43"/>
          </p15:clr>
        </p15:guide>
        <p15:guide id="11" pos="4932" userDrawn="1">
          <p15:clr>
            <a:srgbClr val="F26B43"/>
          </p15:clr>
        </p15:guide>
        <p15:guide id="12" pos="5077" userDrawn="1">
          <p15:clr>
            <a:srgbClr val="F26B43"/>
          </p15:clr>
        </p15:guide>
        <p15:guide id="13" pos="6098" userDrawn="1">
          <p15:clr>
            <a:srgbClr val="F26B43"/>
          </p15:clr>
        </p15:guide>
        <p15:guide id="14" pos="6243" userDrawn="1">
          <p15:clr>
            <a:srgbClr val="F26B43"/>
          </p15:clr>
        </p15:guide>
        <p15:guide id="15" pos="7263" userDrawn="1">
          <p15:clr>
            <a:srgbClr val="F26B43"/>
          </p15:clr>
        </p15:guide>
        <p15:guide id="17" orient="horz" pos="1141" userDrawn="1">
          <p15:clr>
            <a:srgbClr val="F26B43"/>
          </p15:clr>
        </p15:guide>
        <p15:guide id="18" orient="horz" pos="2160" userDrawn="1">
          <p15:clr>
            <a:srgbClr val="F26B43"/>
          </p15:clr>
        </p15:guide>
        <p15:guide id="19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BF1C5-7763-46CF-A208-CA72561C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797B1-B762-4D63-983D-2C87F33B0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7954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4950B5-0BD4-20BF-5B79-68DBF1FB0517}"/>
              </a:ext>
            </a:extLst>
          </p:cNvPr>
          <p:cNvSpPr txBox="1"/>
          <p:nvPr/>
        </p:nvSpPr>
        <p:spPr>
          <a:xfrm>
            <a:off x="281126" y="284835"/>
            <a:ext cx="1162975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Can AI’s Large Language Models Play</a:t>
            </a:r>
            <a:r>
              <a:rPr lang="en-GB" sz="3600" dirty="0">
                <a:solidFill>
                  <a:srgbClr val="E6281E"/>
                </a:solidFill>
              </a:rPr>
              <a:t> Set </a:t>
            </a:r>
            <a:r>
              <a:rPr lang="en-GB" sz="3600" dirty="0"/>
              <a:t>?</a:t>
            </a:r>
            <a:endParaRPr lang="en-GB" sz="3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GB" sz="2200" dirty="0"/>
              <a:t>A </a:t>
            </a:r>
            <a:r>
              <a:rPr lang="en-GB" sz="2200" b="1" dirty="0">
                <a:solidFill>
                  <a:srgbClr val="E6281E"/>
                </a:solidFill>
              </a:rPr>
              <a:t>SET</a:t>
            </a:r>
            <a:r>
              <a:rPr lang="en-GB" sz="2200" dirty="0"/>
              <a:t> consists of </a:t>
            </a:r>
            <a:r>
              <a:rPr lang="en-GB" sz="2200" b="1" dirty="0">
                <a:solidFill>
                  <a:srgbClr val="E6281E"/>
                </a:solidFill>
              </a:rPr>
              <a:t>3</a:t>
            </a:r>
            <a:r>
              <a:rPr lang="en-GB" sz="2200" dirty="0"/>
              <a:t> cards picked from a grid (usually of </a:t>
            </a:r>
            <a:r>
              <a:rPr lang="en-GB" sz="2200" b="1" dirty="0">
                <a:solidFill>
                  <a:srgbClr val="E6281E"/>
                </a:solidFill>
              </a:rPr>
              <a:t>12 </a:t>
            </a:r>
            <a:r>
              <a:rPr lang="en-GB" sz="2200" dirty="0"/>
              <a:t>cards) dealt from a pack of </a:t>
            </a:r>
            <a:r>
              <a:rPr lang="en-GB" sz="2200" b="1" dirty="0">
                <a:solidFill>
                  <a:srgbClr val="E6281E"/>
                </a:solidFill>
              </a:rPr>
              <a:t>81</a:t>
            </a:r>
            <a:r>
              <a:rPr lang="en-GB" sz="2200" dirty="0"/>
              <a:t> cards (all combinations of 4 features with 3 values so </a:t>
            </a:r>
            <a:r>
              <a:rPr lang="en-GB" sz="2200" b="1" dirty="0">
                <a:solidFill>
                  <a:srgbClr val="E6281E"/>
                </a:solidFill>
              </a:rPr>
              <a:t>3</a:t>
            </a:r>
            <a:r>
              <a:rPr lang="en-GB" sz="2200" b="1" baseline="30000" dirty="0">
                <a:solidFill>
                  <a:srgbClr val="E6281E"/>
                </a:solidFill>
              </a:rPr>
              <a:t>4</a:t>
            </a:r>
            <a:r>
              <a:rPr lang="en-GB" sz="2200" dirty="0"/>
              <a:t> cards) in which each of the card’s features, looked at one-by-one, are either all the same or all different</a:t>
            </a:r>
            <a:r>
              <a:rPr lang="en-GB" sz="2800" dirty="0"/>
              <a:t>. </a:t>
            </a:r>
            <a:br>
              <a:rPr lang="en-GB" dirty="0"/>
            </a:br>
            <a:br>
              <a:rPr lang="en-GB" dirty="0"/>
            </a:br>
            <a:r>
              <a:rPr lang="en-GB" sz="2200" i="1" dirty="0"/>
              <a:t>All three cards in a Set must have the same </a:t>
            </a:r>
            <a:r>
              <a:rPr lang="en-GB" sz="2200" b="1" i="1" dirty="0">
                <a:solidFill>
                  <a:srgbClr val="E6281E"/>
                </a:solidFill>
              </a:rPr>
              <a:t>shape</a:t>
            </a:r>
            <a:r>
              <a:rPr lang="en-GB" sz="2200" i="1" dirty="0"/>
              <a:t>, </a:t>
            </a:r>
            <a:br>
              <a:rPr lang="en-GB" sz="2200" i="1" dirty="0"/>
            </a:br>
            <a:r>
              <a:rPr lang="en-GB" sz="2200" i="1" dirty="0"/>
              <a:t>or all have different shapes. ( </a:t>
            </a:r>
            <a:r>
              <a:rPr lang="en-GB" sz="2200" b="1" i="1" dirty="0">
                <a:solidFill>
                  <a:srgbClr val="E6281E"/>
                </a:solidFill>
              </a:rPr>
              <a:t>Ovals</a:t>
            </a:r>
            <a:r>
              <a:rPr lang="en-GB" sz="2200" i="1" dirty="0">
                <a:solidFill>
                  <a:srgbClr val="E6281E"/>
                </a:solidFill>
              </a:rPr>
              <a:t> </a:t>
            </a:r>
            <a:r>
              <a:rPr lang="en-GB" sz="2200" i="1" dirty="0"/>
              <a:t>, </a:t>
            </a:r>
            <a:r>
              <a:rPr lang="en-GB" sz="2200" b="1" i="1" dirty="0">
                <a:solidFill>
                  <a:srgbClr val="E6281E"/>
                </a:solidFill>
              </a:rPr>
              <a:t>Squiggles </a:t>
            </a:r>
            <a:r>
              <a:rPr lang="en-GB" sz="2200" i="1" dirty="0"/>
              <a:t>, </a:t>
            </a:r>
            <a:r>
              <a:rPr lang="en-GB" sz="2200" b="1" i="1" dirty="0">
                <a:solidFill>
                  <a:srgbClr val="E6281E"/>
                </a:solidFill>
              </a:rPr>
              <a:t>Diamonds </a:t>
            </a:r>
            <a:r>
              <a:rPr lang="en-GB" sz="2200" i="1" dirty="0"/>
              <a:t>)</a:t>
            </a:r>
            <a:br>
              <a:rPr lang="en-GB" sz="2200" i="1" dirty="0"/>
            </a:br>
            <a:br>
              <a:rPr lang="en-GB" sz="2200" i="1" dirty="0"/>
            </a:br>
            <a:r>
              <a:rPr lang="en-GB" sz="2200" i="1" dirty="0"/>
              <a:t>All three cards in a Set must have the same </a:t>
            </a:r>
            <a:r>
              <a:rPr lang="en-GB" sz="2200" b="1" i="1" dirty="0">
                <a:solidFill>
                  <a:srgbClr val="E6281E"/>
                </a:solidFill>
              </a:rPr>
              <a:t>colour</a:t>
            </a:r>
            <a:r>
              <a:rPr lang="en-GB" sz="2200" i="1" dirty="0"/>
              <a:t>, </a:t>
            </a:r>
            <a:br>
              <a:rPr lang="en-GB" sz="2200" i="1" dirty="0"/>
            </a:br>
            <a:r>
              <a:rPr lang="en-GB" sz="2200" i="1" dirty="0"/>
              <a:t>or all have different colours. ( </a:t>
            </a:r>
            <a:r>
              <a:rPr lang="en-GB" sz="2200" b="1" i="1" dirty="0">
                <a:solidFill>
                  <a:srgbClr val="E6281E"/>
                </a:solidFill>
              </a:rPr>
              <a:t>Red</a:t>
            </a:r>
            <a:r>
              <a:rPr lang="en-GB" sz="2200" i="1" dirty="0"/>
              <a:t> , </a:t>
            </a:r>
            <a:r>
              <a:rPr lang="en-GB" sz="2200" b="1" i="1" dirty="0">
                <a:solidFill>
                  <a:schemeClr val="accent2">
                    <a:lumMod val="75000"/>
                  </a:schemeClr>
                </a:solidFill>
              </a:rPr>
              <a:t>Purple </a:t>
            </a:r>
            <a:r>
              <a:rPr lang="en-GB" sz="2200" i="1" dirty="0"/>
              <a:t>,</a:t>
            </a:r>
            <a:r>
              <a:rPr lang="en-GB" sz="2200" b="1" i="1" dirty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GB" sz="2200" i="1" dirty="0"/>
              <a:t> )</a:t>
            </a:r>
            <a:br>
              <a:rPr lang="en-GB" sz="2200" i="1" dirty="0"/>
            </a:br>
            <a:br>
              <a:rPr lang="en-GB" sz="2200" i="1" dirty="0"/>
            </a:br>
            <a:r>
              <a:rPr lang="en-GB" sz="2200" i="1" dirty="0"/>
              <a:t>All three cards in a Set must have the same </a:t>
            </a:r>
            <a:r>
              <a:rPr lang="en-GB" sz="2200" b="1" i="1" dirty="0">
                <a:solidFill>
                  <a:schemeClr val="accent2">
                    <a:lumMod val="75000"/>
                  </a:schemeClr>
                </a:solidFill>
              </a:rPr>
              <a:t>number </a:t>
            </a:r>
            <a:r>
              <a:rPr lang="en-GB" sz="2200" i="1" dirty="0"/>
              <a:t>of shapes, </a:t>
            </a:r>
            <a:br>
              <a:rPr lang="en-GB" sz="2200" i="1" dirty="0"/>
            </a:br>
            <a:r>
              <a:rPr lang="en-GB" sz="2200" i="1" dirty="0"/>
              <a:t>or all have a different number. ( </a:t>
            </a:r>
            <a:r>
              <a:rPr lang="en-GB" sz="2200" b="1" i="1" dirty="0">
                <a:solidFill>
                  <a:schemeClr val="accent2">
                    <a:lumMod val="75000"/>
                  </a:schemeClr>
                </a:solidFill>
              </a:rPr>
              <a:t>One</a:t>
            </a:r>
            <a:r>
              <a:rPr lang="en-GB" sz="2200" i="1" dirty="0"/>
              <a:t> , </a:t>
            </a:r>
            <a:r>
              <a:rPr lang="en-GB" sz="2200" b="1" i="1" dirty="0">
                <a:solidFill>
                  <a:schemeClr val="accent2">
                    <a:lumMod val="75000"/>
                  </a:schemeClr>
                </a:solidFill>
              </a:rPr>
              <a:t>Two</a:t>
            </a:r>
            <a:r>
              <a:rPr lang="en-GB" sz="2200" i="1" dirty="0"/>
              <a:t> , </a:t>
            </a:r>
            <a:r>
              <a:rPr lang="en-GB" sz="2200" b="1" i="1" dirty="0">
                <a:solidFill>
                  <a:schemeClr val="accent2">
                    <a:lumMod val="75000"/>
                  </a:schemeClr>
                </a:solidFill>
              </a:rPr>
              <a:t>Three</a:t>
            </a:r>
            <a:r>
              <a:rPr lang="en-GB" sz="2200" i="1" dirty="0"/>
              <a:t> )</a:t>
            </a:r>
            <a:br>
              <a:rPr lang="en-GB" sz="2200" i="1" dirty="0"/>
            </a:br>
            <a:br>
              <a:rPr lang="en-GB" sz="2200" i="1" dirty="0"/>
            </a:br>
            <a:r>
              <a:rPr lang="en-GB" sz="2200" i="1" dirty="0"/>
              <a:t>All three cards in a Set must have the same </a:t>
            </a:r>
            <a:r>
              <a:rPr lang="en-GB" sz="2200" b="1" i="1" dirty="0">
                <a:solidFill>
                  <a:schemeClr val="accent6">
                    <a:lumMod val="75000"/>
                  </a:schemeClr>
                </a:solidFill>
              </a:rPr>
              <a:t>shading</a:t>
            </a:r>
            <a:r>
              <a:rPr lang="en-GB" sz="2200" i="1" dirty="0"/>
              <a:t>, </a:t>
            </a:r>
            <a:br>
              <a:rPr lang="en-GB" sz="2200" i="1" dirty="0"/>
            </a:br>
            <a:r>
              <a:rPr lang="en-GB" sz="2200" i="1" dirty="0"/>
              <a:t>or all have different shadings. (</a:t>
            </a:r>
            <a:r>
              <a:rPr lang="en-GB" sz="2200" b="1" i="1" dirty="0">
                <a:solidFill>
                  <a:schemeClr val="accent6">
                    <a:lumMod val="75000"/>
                  </a:schemeClr>
                </a:solidFill>
              </a:rPr>
              <a:t>Solid</a:t>
            </a:r>
            <a:r>
              <a:rPr lang="en-GB" sz="2200" b="1" i="1" dirty="0">
                <a:solidFill>
                  <a:srgbClr val="E6281E"/>
                </a:solidFill>
              </a:rPr>
              <a:t> </a:t>
            </a:r>
            <a:r>
              <a:rPr lang="en-GB" sz="2200" i="1" dirty="0"/>
              <a:t>, </a:t>
            </a:r>
            <a:r>
              <a:rPr lang="en-GB" sz="2200" b="1" i="1" dirty="0">
                <a:solidFill>
                  <a:schemeClr val="accent6">
                    <a:lumMod val="75000"/>
                  </a:schemeClr>
                </a:solidFill>
              </a:rPr>
              <a:t>Striped </a:t>
            </a:r>
            <a:r>
              <a:rPr lang="en-GB" sz="2200" i="1" dirty="0"/>
              <a:t>, </a:t>
            </a:r>
            <a:r>
              <a:rPr lang="en-GB" sz="2200" b="1" i="1" dirty="0">
                <a:solidFill>
                  <a:schemeClr val="accent6">
                    <a:lumMod val="75000"/>
                  </a:schemeClr>
                </a:solidFill>
              </a:rPr>
              <a:t>Outlined</a:t>
            </a:r>
            <a:r>
              <a:rPr lang="en-GB" sz="2200" b="1" i="1" dirty="0">
                <a:solidFill>
                  <a:srgbClr val="E6281E"/>
                </a:solidFill>
              </a:rPr>
              <a:t> </a:t>
            </a:r>
            <a:r>
              <a:rPr lang="en-GB" sz="2200" i="1" dirty="0"/>
              <a:t>)</a:t>
            </a:r>
            <a:br>
              <a:rPr lang="en-GB" sz="2200" i="1" dirty="0"/>
            </a:br>
            <a:br>
              <a:rPr lang="en-GB" sz="2200" i="1" dirty="0"/>
            </a:br>
            <a:r>
              <a:rPr lang="en-GB" sz="2200" b="1" i="1" dirty="0"/>
              <a:t>So, no </a:t>
            </a:r>
            <a:r>
              <a:rPr lang="en-GB" sz="2200" b="1" i="1" strike="sngStrike" dirty="0">
                <a:solidFill>
                  <a:srgbClr val="E6281E"/>
                </a:solidFill>
              </a:rPr>
              <a:t>Two </a:t>
            </a:r>
            <a:r>
              <a:rPr lang="en-GB" sz="2200" b="1" i="1" dirty="0">
                <a:solidFill>
                  <a:srgbClr val="E6281E"/>
                </a:solidFill>
              </a:rPr>
              <a:t> </a:t>
            </a:r>
            <a:r>
              <a:rPr lang="en-GB" sz="2200" b="1" i="1" dirty="0"/>
              <a:t>properties the same with the other property different</a:t>
            </a:r>
          </a:p>
          <a:p>
            <a:r>
              <a:rPr lang="en-GB" dirty="0"/>
              <a:t> </a:t>
            </a:r>
          </a:p>
        </p:txBody>
      </p:sp>
      <p:pic>
        <p:nvPicPr>
          <p:cNvPr id="2050" name="Picture 2" descr="SET is a card game that can be played solo or with | Chegg.com">
            <a:extLst>
              <a:ext uri="{FF2B5EF4-FFF2-40B4-BE49-F238E27FC236}">
                <a16:creationId xmlns:a16="http://schemas.microsoft.com/office/drawing/2014/main" id="{5F7C1EF8-045A-E203-2651-0674BA2395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8" t="9445" r="44339" b="43889"/>
          <a:stretch>
            <a:fillRect/>
          </a:stretch>
        </p:blipFill>
        <p:spPr bwMode="auto">
          <a:xfrm>
            <a:off x="7276763" y="2344615"/>
            <a:ext cx="4915237" cy="391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972EB3-5A01-D9A5-DA19-BCFDB93F6B33}"/>
              </a:ext>
            </a:extLst>
          </p:cNvPr>
          <p:cNvCxnSpPr>
            <a:cxnSpLocks/>
          </p:cNvCxnSpPr>
          <p:nvPr/>
        </p:nvCxnSpPr>
        <p:spPr>
          <a:xfrm>
            <a:off x="2813538" y="617127"/>
            <a:ext cx="89095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A3DD319-DE5C-907A-4DF9-404AA40757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629" b="36225"/>
          <a:stretch>
            <a:fillRect/>
          </a:stretch>
        </p:blipFill>
        <p:spPr>
          <a:xfrm>
            <a:off x="6163409" y="1661460"/>
            <a:ext cx="1816094" cy="427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7B8B22-6FF5-345B-A85C-E69A94493D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941" b="34545"/>
          <a:stretch>
            <a:fillRect/>
          </a:stretch>
        </p:blipFill>
        <p:spPr>
          <a:xfrm>
            <a:off x="8102859" y="1608405"/>
            <a:ext cx="1882198" cy="480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7B928F-8B62-5628-A84C-999DA65A9E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7394" b="22008"/>
          <a:stretch>
            <a:fillRect/>
          </a:stretch>
        </p:blipFill>
        <p:spPr>
          <a:xfrm>
            <a:off x="10200039" y="1608404"/>
            <a:ext cx="1976719" cy="480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BE807A-43AC-A6B8-C6A9-EF1B7057C61E}"/>
              </a:ext>
            </a:extLst>
          </p:cNvPr>
          <p:cNvSpPr txBox="1"/>
          <p:nvPr/>
        </p:nvSpPr>
        <p:spPr>
          <a:xfrm>
            <a:off x="8524890" y="21814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GB" b="1" i="1" dirty="0"/>
              <a:t>Valid sets</a:t>
            </a:r>
            <a:endParaRPr lang="en-GB" sz="18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9035C1-7A69-04A5-22A9-E0C7D97EA0E1}"/>
              </a:ext>
            </a:extLst>
          </p:cNvPr>
          <p:cNvCxnSpPr>
            <a:cxnSpLocks/>
          </p:cNvCxnSpPr>
          <p:nvPr/>
        </p:nvCxnSpPr>
        <p:spPr>
          <a:xfrm flipH="1" flipV="1">
            <a:off x="7643446" y="2087912"/>
            <a:ext cx="75808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F78310-8E88-E7DA-9C32-1380EAC7098C}"/>
              </a:ext>
            </a:extLst>
          </p:cNvPr>
          <p:cNvCxnSpPr>
            <a:cxnSpLocks/>
          </p:cNvCxnSpPr>
          <p:nvPr/>
        </p:nvCxnSpPr>
        <p:spPr>
          <a:xfrm flipV="1">
            <a:off x="9734381" y="2161184"/>
            <a:ext cx="722604" cy="111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A74A26-E65C-BE5D-74CA-D94A7826EE59}"/>
              </a:ext>
            </a:extLst>
          </p:cNvPr>
          <p:cNvCxnSpPr>
            <a:cxnSpLocks/>
          </p:cNvCxnSpPr>
          <p:nvPr/>
        </p:nvCxnSpPr>
        <p:spPr>
          <a:xfrm flipV="1">
            <a:off x="8952519" y="2048348"/>
            <a:ext cx="0" cy="168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45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F82C-1B9E-FA48-80F1-238FD50B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t Card Game Review - Geeky Hobbies">
            <a:extLst>
              <a:ext uri="{FF2B5EF4-FFF2-40B4-BE49-F238E27FC236}">
                <a16:creationId xmlns:a16="http://schemas.microsoft.com/office/drawing/2014/main" id="{65B717A9-B095-4928-6E99-F614C6198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81163"/>
            <a:ext cx="5486400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561B76-3DD8-D499-9ED2-9A8B08041F53}"/>
              </a:ext>
            </a:extLst>
          </p:cNvPr>
          <p:cNvSpPr txBox="1"/>
          <p:nvPr/>
        </p:nvSpPr>
        <p:spPr>
          <a:xfrm>
            <a:off x="546846" y="5452520"/>
            <a:ext cx="1109026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Put Your Hand Up When You See a Set</a:t>
            </a:r>
            <a:br>
              <a:rPr lang="en-GB" sz="3600" dirty="0"/>
            </a:br>
            <a:r>
              <a:rPr lang="en-GB" sz="3600" dirty="0"/>
              <a:t>(</a:t>
            </a:r>
            <a:r>
              <a:rPr lang="en-GB" sz="3600" i="1" dirty="0"/>
              <a:t>and do the same on later slides</a:t>
            </a:r>
            <a:r>
              <a:rPr lang="en-GB" sz="3600" dirty="0"/>
              <a:t>)</a:t>
            </a:r>
            <a:endParaRPr lang="en-GB" sz="3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GB" sz="2800" dirty="0"/>
              <a:t>	</a:t>
            </a:r>
            <a:endParaRPr lang="en-GB" sz="2400" i="1" dirty="0">
              <a:solidFill>
                <a:srgbClr val="FF0000"/>
              </a:solidFill>
            </a:endParaRPr>
          </a:p>
          <a:p>
            <a:pPr fontAlgn="base"/>
            <a:r>
              <a:rPr lang="en-GB" sz="2400" i="1" dirty="0">
                <a:solidFill>
                  <a:srgbClr val="FF0000"/>
                </a:solidFill>
              </a:rPr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354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80524-1A48-3EF6-D96F-00ED5650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t Card Game Review - Geeky Hobbies">
            <a:extLst>
              <a:ext uri="{FF2B5EF4-FFF2-40B4-BE49-F238E27FC236}">
                <a16:creationId xmlns:a16="http://schemas.microsoft.com/office/drawing/2014/main" id="{3F37BBBE-299C-7B96-F4A1-C6F33522B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81163"/>
            <a:ext cx="5486400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2F5528-58CD-9175-24E4-25183E9171A9}"/>
              </a:ext>
            </a:extLst>
          </p:cNvPr>
          <p:cNvSpPr txBox="1"/>
          <p:nvPr/>
        </p:nvSpPr>
        <p:spPr>
          <a:xfrm>
            <a:off x="546845" y="5693331"/>
            <a:ext cx="110902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Two Possible Sets Shown</a:t>
            </a:r>
            <a:endParaRPr lang="en-GB" sz="3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GB" sz="2800" dirty="0"/>
              <a:t>	</a:t>
            </a:r>
            <a:endParaRPr lang="en-GB" sz="2400" i="1" dirty="0">
              <a:solidFill>
                <a:srgbClr val="FF0000"/>
              </a:solidFill>
            </a:endParaRPr>
          </a:p>
          <a:p>
            <a:pPr fontAlgn="base"/>
            <a:r>
              <a:rPr lang="en-GB" sz="2400" i="1" dirty="0">
                <a:solidFill>
                  <a:srgbClr val="FF0000"/>
                </a:solidFill>
              </a:rPr>
              <a:t>	</a:t>
            </a: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C64F80-4481-9BED-F851-E536E5FA9E4B}"/>
              </a:ext>
            </a:extLst>
          </p:cNvPr>
          <p:cNvSpPr/>
          <p:nvPr/>
        </p:nvSpPr>
        <p:spPr>
          <a:xfrm>
            <a:off x="5436523" y="1745672"/>
            <a:ext cx="1512917" cy="748146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014B3D-30B6-D895-1534-2893A30A47CC}"/>
              </a:ext>
            </a:extLst>
          </p:cNvPr>
          <p:cNvSpPr/>
          <p:nvPr/>
        </p:nvSpPr>
        <p:spPr>
          <a:xfrm>
            <a:off x="3768436" y="2404506"/>
            <a:ext cx="1512917" cy="748146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8BD7A3-F864-2DC9-1A1D-EECCE67E5909}"/>
              </a:ext>
            </a:extLst>
          </p:cNvPr>
          <p:cNvSpPr/>
          <p:nvPr/>
        </p:nvSpPr>
        <p:spPr>
          <a:xfrm>
            <a:off x="3444240" y="4236359"/>
            <a:ext cx="1512917" cy="748146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62EF38-B02B-FF5E-1537-4908648CB973}"/>
              </a:ext>
            </a:extLst>
          </p:cNvPr>
          <p:cNvSpPr/>
          <p:nvPr/>
        </p:nvSpPr>
        <p:spPr>
          <a:xfrm>
            <a:off x="6924502" y="1745672"/>
            <a:ext cx="1512917" cy="748146"/>
          </a:xfrm>
          <a:prstGeom prst="roundRect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27C5CB-377A-B885-A900-AC5EC16FFA04}"/>
              </a:ext>
            </a:extLst>
          </p:cNvPr>
          <p:cNvSpPr/>
          <p:nvPr/>
        </p:nvSpPr>
        <p:spPr>
          <a:xfrm>
            <a:off x="7143404" y="4236359"/>
            <a:ext cx="1512917" cy="748146"/>
          </a:xfrm>
          <a:prstGeom prst="roundRect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9AC111-749B-34E1-62FA-F59994112089}"/>
              </a:ext>
            </a:extLst>
          </p:cNvPr>
          <p:cNvSpPr/>
          <p:nvPr/>
        </p:nvSpPr>
        <p:spPr>
          <a:xfrm>
            <a:off x="3618807" y="3294955"/>
            <a:ext cx="1512917" cy="748146"/>
          </a:xfrm>
          <a:prstGeom prst="roundRect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87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ooden floor with a couple of plates&#10;&#10;AI-generated content may be incorrect.">
            <a:extLst>
              <a:ext uri="{FF2B5EF4-FFF2-40B4-BE49-F238E27FC236}">
                <a16:creationId xmlns:a16="http://schemas.microsoft.com/office/drawing/2014/main" id="{78EEBB09-26CE-2EE0-EF41-003508134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AB65FF-CCF3-0240-AE69-D16CA17DCC14}"/>
              </a:ext>
            </a:extLst>
          </p:cNvPr>
          <p:cNvSpPr txBox="1"/>
          <p:nvPr/>
        </p:nvSpPr>
        <p:spPr>
          <a:xfrm>
            <a:off x="10821971" y="386499"/>
            <a:ext cx="989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D8A4B-489B-655B-8DDD-00387BF9EA4D}"/>
              </a:ext>
            </a:extLst>
          </p:cNvPr>
          <p:cNvSpPr txBox="1"/>
          <p:nvPr/>
        </p:nvSpPr>
        <p:spPr>
          <a:xfrm>
            <a:off x="177800" y="138849"/>
            <a:ext cx="7620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With two cards played, there is only one possible next card in the deck that will make a set. In this case </a:t>
            </a:r>
            <a:r>
              <a:rPr lang="en-GB" sz="2800" dirty="0">
                <a:solidFill>
                  <a:srgbClr val="E6281E"/>
                </a:solidFill>
                <a:highlight>
                  <a:srgbClr val="FFFFFF"/>
                </a:highlight>
              </a:rPr>
              <a:t> Three Red Diamonds Outlined </a:t>
            </a:r>
            <a:r>
              <a:rPr lang="en-GB" sz="2800" dirty="0">
                <a:solidFill>
                  <a:schemeClr val="bg1"/>
                </a:solidFill>
              </a:rPr>
              <a:t> is the only</a:t>
            </a:r>
            <a:br>
              <a:rPr lang="en-GB" sz="2800" dirty="0">
                <a:solidFill>
                  <a:schemeClr val="bg1"/>
                </a:solidFill>
              </a:rPr>
            </a:br>
            <a:r>
              <a:rPr lang="en-GB" sz="2800" dirty="0">
                <a:solidFill>
                  <a:schemeClr val="bg1"/>
                </a:solidFill>
              </a:rPr>
              <a:t>next card that will make a set.</a:t>
            </a:r>
            <a:br>
              <a:rPr lang="en-GB" sz="2800" dirty="0">
                <a:solidFill>
                  <a:schemeClr val="bg1"/>
                </a:solidFill>
              </a:rPr>
            </a:br>
            <a:br>
              <a:rPr lang="en-GB" sz="2800" dirty="0">
                <a:solidFill>
                  <a:schemeClr val="bg1"/>
                </a:solidFill>
              </a:rPr>
            </a:br>
            <a:r>
              <a:rPr lang="en-GB" sz="2800" dirty="0">
                <a:solidFill>
                  <a:schemeClr val="bg1"/>
                </a:solidFill>
              </a:rPr>
              <a:t>As there are 79 cards left in the deck , that has a </a:t>
            </a:r>
          </a:p>
          <a:p>
            <a:r>
              <a:rPr lang="en-GB" sz="2800" dirty="0">
                <a:solidFill>
                  <a:schemeClr val="bg1"/>
                </a:solidFill>
              </a:rPr>
              <a:t>Probability of 1/79 or 1.266%</a:t>
            </a:r>
          </a:p>
        </p:txBody>
      </p:sp>
    </p:spTree>
    <p:extLst>
      <p:ext uri="{BB962C8B-B14F-4D97-AF65-F5344CB8AC3E}">
        <p14:creationId xmlns:p14="http://schemas.microsoft.com/office/powerpoint/2010/main" val="41340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9F1E-4A7E-EB40-7ED2-C4AA3DAC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ds on a wooden floor&#10;&#10;AI-generated content may be incorrect.">
            <a:extLst>
              <a:ext uri="{FF2B5EF4-FFF2-40B4-BE49-F238E27FC236}">
                <a16:creationId xmlns:a16="http://schemas.microsoft.com/office/drawing/2014/main" id="{8E8D182B-338F-1507-6293-F6EE87798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F95C9F-5E5E-B9F0-31B1-6DD5C0DA3EE3}"/>
              </a:ext>
            </a:extLst>
          </p:cNvPr>
          <p:cNvSpPr txBox="1"/>
          <p:nvPr/>
        </p:nvSpPr>
        <p:spPr>
          <a:xfrm>
            <a:off x="10821971" y="386499"/>
            <a:ext cx="989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FF0F4-86CB-907A-6994-7CF85FFD1612}"/>
              </a:ext>
            </a:extLst>
          </p:cNvPr>
          <p:cNvSpPr txBox="1"/>
          <p:nvPr/>
        </p:nvSpPr>
        <p:spPr>
          <a:xfrm>
            <a:off x="177800" y="138849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Not a Set</a:t>
            </a:r>
          </a:p>
        </p:txBody>
      </p:sp>
    </p:spTree>
    <p:extLst>
      <p:ext uri="{BB962C8B-B14F-4D97-AF65-F5344CB8AC3E}">
        <p14:creationId xmlns:p14="http://schemas.microsoft.com/office/powerpoint/2010/main" val="158246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28A9-6FE2-62D2-FE36-F10B9EBD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ds on a wooden surface&#10;&#10;AI-generated content may be incorrect.">
            <a:extLst>
              <a:ext uri="{FF2B5EF4-FFF2-40B4-BE49-F238E27FC236}">
                <a16:creationId xmlns:a16="http://schemas.microsoft.com/office/drawing/2014/main" id="{46C5C078-E604-3E5C-8E97-1532A205B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1270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898471-B7D7-FC2C-4F21-86352E37A387}"/>
              </a:ext>
            </a:extLst>
          </p:cNvPr>
          <p:cNvSpPr txBox="1"/>
          <p:nvPr/>
        </p:nvSpPr>
        <p:spPr>
          <a:xfrm>
            <a:off x="10821971" y="386499"/>
            <a:ext cx="989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CBC43-1CE6-EAEB-C4E3-52021915970A}"/>
              </a:ext>
            </a:extLst>
          </p:cNvPr>
          <p:cNvSpPr txBox="1"/>
          <p:nvPr/>
        </p:nvSpPr>
        <p:spPr>
          <a:xfrm>
            <a:off x="177800" y="138849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Still no Sets</a:t>
            </a:r>
          </a:p>
        </p:txBody>
      </p:sp>
    </p:spTree>
    <p:extLst>
      <p:ext uri="{BB962C8B-B14F-4D97-AF65-F5344CB8AC3E}">
        <p14:creationId xmlns:p14="http://schemas.microsoft.com/office/powerpoint/2010/main" val="138736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FD1D-2180-AA8F-B613-B3AB0C8A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ds on a wooden surface&#10;&#10;AI-generated content may be incorrect.">
            <a:extLst>
              <a:ext uri="{FF2B5EF4-FFF2-40B4-BE49-F238E27FC236}">
                <a16:creationId xmlns:a16="http://schemas.microsoft.com/office/drawing/2014/main" id="{010E2F8E-4454-E557-62BB-234049251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C5CFF0-B730-9758-C88D-960CA579B68C}"/>
              </a:ext>
            </a:extLst>
          </p:cNvPr>
          <p:cNvSpPr txBox="1"/>
          <p:nvPr/>
        </p:nvSpPr>
        <p:spPr>
          <a:xfrm>
            <a:off x="10821971" y="386499"/>
            <a:ext cx="989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07E53-501B-45C1-B3D5-507AB70A5529}"/>
              </a:ext>
            </a:extLst>
          </p:cNvPr>
          <p:cNvSpPr txBox="1"/>
          <p:nvPr/>
        </p:nvSpPr>
        <p:spPr>
          <a:xfrm>
            <a:off x="177800" y="138849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Is there a Set ?</a:t>
            </a:r>
          </a:p>
        </p:txBody>
      </p:sp>
    </p:spTree>
    <p:extLst>
      <p:ext uri="{BB962C8B-B14F-4D97-AF65-F5344CB8AC3E}">
        <p14:creationId xmlns:p14="http://schemas.microsoft.com/office/powerpoint/2010/main" val="269210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2815-C314-60E9-01C8-88A7858C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ds on a wooden surface&#10;&#10;AI-generated content may be incorrect.">
            <a:extLst>
              <a:ext uri="{FF2B5EF4-FFF2-40B4-BE49-F238E27FC236}">
                <a16:creationId xmlns:a16="http://schemas.microsoft.com/office/drawing/2014/main" id="{03D960C4-DE6C-4037-899D-A0DA964DA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EFAE00-C0DD-DB4E-FBD0-022ADD8975C0}"/>
              </a:ext>
            </a:extLst>
          </p:cNvPr>
          <p:cNvSpPr txBox="1"/>
          <p:nvPr/>
        </p:nvSpPr>
        <p:spPr>
          <a:xfrm>
            <a:off x="10821971" y="386499"/>
            <a:ext cx="989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684D9-3667-BED8-85F7-27C2E235A14B}"/>
              </a:ext>
            </a:extLst>
          </p:cNvPr>
          <p:cNvSpPr txBox="1"/>
          <p:nvPr/>
        </p:nvSpPr>
        <p:spPr>
          <a:xfrm>
            <a:off x="177800" y="138849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Is there a Set ?</a:t>
            </a:r>
          </a:p>
        </p:txBody>
      </p:sp>
    </p:spTree>
    <p:extLst>
      <p:ext uri="{BB962C8B-B14F-4D97-AF65-F5344CB8AC3E}">
        <p14:creationId xmlns:p14="http://schemas.microsoft.com/office/powerpoint/2010/main" val="2186357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C309-9A74-482D-77B4-3BD15DAE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ds with different shapes on them&#10;&#10;AI-generated content may be incorrect.">
            <a:extLst>
              <a:ext uri="{FF2B5EF4-FFF2-40B4-BE49-F238E27FC236}">
                <a16:creationId xmlns:a16="http://schemas.microsoft.com/office/drawing/2014/main" id="{8E49193D-965F-9CCC-2885-EAA21C5ED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D84CA3-94BF-FC3E-6F2E-0CFDF8DC1126}"/>
              </a:ext>
            </a:extLst>
          </p:cNvPr>
          <p:cNvSpPr txBox="1"/>
          <p:nvPr/>
        </p:nvSpPr>
        <p:spPr>
          <a:xfrm>
            <a:off x="10821971" y="386499"/>
            <a:ext cx="989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01049-E14D-4061-0088-E8714B8FAA00}"/>
              </a:ext>
            </a:extLst>
          </p:cNvPr>
          <p:cNvSpPr txBox="1"/>
          <p:nvPr/>
        </p:nvSpPr>
        <p:spPr>
          <a:xfrm>
            <a:off x="177800" y="138849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Is there a Set ?</a:t>
            </a:r>
          </a:p>
        </p:txBody>
      </p:sp>
    </p:spTree>
    <p:extLst>
      <p:ext uri="{BB962C8B-B14F-4D97-AF65-F5344CB8AC3E}">
        <p14:creationId xmlns:p14="http://schemas.microsoft.com/office/powerpoint/2010/main" val="231899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30DB-9527-2217-7B5B-04AF5866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ds with different colored shapes on a wooden surface&#10;&#10;AI-generated content may be incorrect.">
            <a:extLst>
              <a:ext uri="{FF2B5EF4-FFF2-40B4-BE49-F238E27FC236}">
                <a16:creationId xmlns:a16="http://schemas.microsoft.com/office/drawing/2014/main" id="{F3AB5204-2930-1661-D4CE-C8BF3B87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C2C93D-B3DC-DD4D-8DAA-6D9A1BA12F4F}"/>
              </a:ext>
            </a:extLst>
          </p:cNvPr>
          <p:cNvSpPr txBox="1"/>
          <p:nvPr/>
        </p:nvSpPr>
        <p:spPr>
          <a:xfrm>
            <a:off x="10821971" y="386499"/>
            <a:ext cx="989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66747-17BB-EACE-7509-2AA677D04FDF}"/>
              </a:ext>
            </a:extLst>
          </p:cNvPr>
          <p:cNvSpPr txBox="1"/>
          <p:nvPr/>
        </p:nvSpPr>
        <p:spPr>
          <a:xfrm>
            <a:off x="177800" y="138849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Is there a Set ?</a:t>
            </a:r>
          </a:p>
        </p:txBody>
      </p:sp>
    </p:spTree>
    <p:extLst>
      <p:ext uri="{BB962C8B-B14F-4D97-AF65-F5344CB8AC3E}">
        <p14:creationId xmlns:p14="http://schemas.microsoft.com/office/powerpoint/2010/main" val="2666810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5A8DB-D82A-BB8C-A14D-0C004A67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F58AB-8F76-40E0-08F8-3EBED37E1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24"/>
            <a:ext cx="12117491" cy="645885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DA748-572F-4139-B757-76EDAE710973}"/>
              </a:ext>
            </a:extLst>
          </p:cNvPr>
          <p:cNvSpPr/>
          <p:nvPr/>
        </p:nvSpPr>
        <p:spPr>
          <a:xfrm>
            <a:off x="5605740" y="3182898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D2823A-2992-6AC5-6F6A-2C44828350C0}"/>
              </a:ext>
            </a:extLst>
          </p:cNvPr>
          <p:cNvSpPr/>
          <p:nvPr/>
        </p:nvSpPr>
        <p:spPr>
          <a:xfrm>
            <a:off x="8472427" y="2491991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4C210B-0C0B-BE1E-4717-74AB512C84C5}"/>
              </a:ext>
            </a:extLst>
          </p:cNvPr>
          <p:cNvSpPr/>
          <p:nvPr/>
        </p:nvSpPr>
        <p:spPr>
          <a:xfrm>
            <a:off x="4694240" y="2531651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E862ED-F739-C5EA-6C4D-67369D654946}"/>
              </a:ext>
            </a:extLst>
          </p:cNvPr>
          <p:cNvSpPr/>
          <p:nvPr/>
        </p:nvSpPr>
        <p:spPr>
          <a:xfrm>
            <a:off x="4721473" y="3182898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41D3C6-5E6B-F967-F4F4-C89CC0D6CC0E}"/>
              </a:ext>
            </a:extLst>
          </p:cNvPr>
          <p:cNvSpPr/>
          <p:nvPr/>
        </p:nvSpPr>
        <p:spPr>
          <a:xfrm>
            <a:off x="5605739" y="5331699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FA16F4-B6F4-0EFB-B0E1-B646D9A87480}"/>
              </a:ext>
            </a:extLst>
          </p:cNvPr>
          <p:cNvSpPr/>
          <p:nvPr/>
        </p:nvSpPr>
        <p:spPr>
          <a:xfrm>
            <a:off x="4701377" y="5331699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BED949-935E-F0D2-4AF0-B5EF1A3FF36B}"/>
              </a:ext>
            </a:extLst>
          </p:cNvPr>
          <p:cNvSpPr/>
          <p:nvPr/>
        </p:nvSpPr>
        <p:spPr>
          <a:xfrm>
            <a:off x="3653932" y="999365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D747BD-D732-1EC7-8E0C-7FA5DB1F3CF7}"/>
              </a:ext>
            </a:extLst>
          </p:cNvPr>
          <p:cNvSpPr/>
          <p:nvPr/>
        </p:nvSpPr>
        <p:spPr>
          <a:xfrm>
            <a:off x="1837159" y="2505389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5B01EC-C934-440C-F265-925821EB8025}"/>
              </a:ext>
            </a:extLst>
          </p:cNvPr>
          <p:cNvSpPr/>
          <p:nvPr/>
        </p:nvSpPr>
        <p:spPr>
          <a:xfrm>
            <a:off x="1843856" y="343067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F1FC07-4EAA-36A2-F2CB-583A59D945B0}"/>
              </a:ext>
            </a:extLst>
          </p:cNvPr>
          <p:cNvSpPr/>
          <p:nvPr/>
        </p:nvSpPr>
        <p:spPr>
          <a:xfrm>
            <a:off x="9403586" y="2505389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6BC81B-8657-9AD7-A278-BE1F2298386B}"/>
              </a:ext>
            </a:extLst>
          </p:cNvPr>
          <p:cNvSpPr/>
          <p:nvPr/>
        </p:nvSpPr>
        <p:spPr>
          <a:xfrm>
            <a:off x="9380140" y="5351532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62FC51-2442-DC13-2FFD-9ADE43FD0D1E}"/>
              </a:ext>
            </a:extLst>
          </p:cNvPr>
          <p:cNvSpPr/>
          <p:nvPr/>
        </p:nvSpPr>
        <p:spPr>
          <a:xfrm>
            <a:off x="3653931" y="4668050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880FCEF-D10E-9C49-EF19-255DE9E10592}"/>
              </a:ext>
            </a:extLst>
          </p:cNvPr>
          <p:cNvSpPr/>
          <p:nvPr/>
        </p:nvSpPr>
        <p:spPr>
          <a:xfrm>
            <a:off x="9410271" y="4696079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01CFF4B-73B1-C739-B7F9-4CC9533C8BCC}"/>
              </a:ext>
            </a:extLst>
          </p:cNvPr>
          <p:cNvSpPr/>
          <p:nvPr/>
        </p:nvSpPr>
        <p:spPr>
          <a:xfrm>
            <a:off x="3653930" y="5318307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F62026-E9EE-AC95-3648-EE9544E883D9}"/>
              </a:ext>
            </a:extLst>
          </p:cNvPr>
          <p:cNvSpPr/>
          <p:nvPr/>
        </p:nvSpPr>
        <p:spPr>
          <a:xfrm>
            <a:off x="2748220" y="3165764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D21AB0B-75F6-6356-5DF3-253AF6CA5074}"/>
              </a:ext>
            </a:extLst>
          </p:cNvPr>
          <p:cNvSpPr/>
          <p:nvPr/>
        </p:nvSpPr>
        <p:spPr>
          <a:xfrm>
            <a:off x="8475776" y="4696079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E36C40F-B547-EAA5-A0C9-60FC6B6CF081}"/>
              </a:ext>
            </a:extLst>
          </p:cNvPr>
          <p:cNvSpPr/>
          <p:nvPr/>
        </p:nvSpPr>
        <p:spPr>
          <a:xfrm>
            <a:off x="1833807" y="3159452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C183F77-44E8-F984-0C14-CFD236B26880}"/>
              </a:ext>
            </a:extLst>
          </p:cNvPr>
          <p:cNvSpPr/>
          <p:nvPr/>
        </p:nvSpPr>
        <p:spPr>
          <a:xfrm>
            <a:off x="5605738" y="5985014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3D5BB6-5B23-0EDF-6751-DDADB3477C52}"/>
              </a:ext>
            </a:extLst>
          </p:cNvPr>
          <p:cNvSpPr/>
          <p:nvPr/>
        </p:nvSpPr>
        <p:spPr>
          <a:xfrm>
            <a:off x="8484151" y="3847453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F913C5-4C7D-A1C0-8469-B2BD3EA7CE95}"/>
              </a:ext>
            </a:extLst>
          </p:cNvPr>
          <p:cNvSpPr/>
          <p:nvPr/>
        </p:nvSpPr>
        <p:spPr>
          <a:xfrm>
            <a:off x="2741520" y="4671061"/>
            <a:ext cx="884267" cy="540328"/>
          </a:xfrm>
          <a:prstGeom prst="roundRect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ECE3B3-3D85-E7DA-BEE5-5587C46B3E26}"/>
              </a:ext>
            </a:extLst>
          </p:cNvPr>
          <p:cNvSpPr/>
          <p:nvPr/>
        </p:nvSpPr>
        <p:spPr>
          <a:xfrm>
            <a:off x="3653930" y="3147282"/>
            <a:ext cx="884268" cy="552498"/>
          </a:xfrm>
          <a:prstGeom prst="roundRect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182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8ECA1B-F988-E819-6705-3F0A012E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832671"/>
            <a:ext cx="11595100" cy="54829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B5CDD2-3FDA-4F06-08B5-AE5BDBD1FD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67" b="3090"/>
          <a:stretch>
            <a:fillRect/>
          </a:stretch>
        </p:blipFill>
        <p:spPr>
          <a:xfrm>
            <a:off x="3419779" y="5812357"/>
            <a:ext cx="618821" cy="2984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BC794-9BB8-6A98-F4D7-68CE148D5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0727" y="5816554"/>
            <a:ext cx="647102" cy="290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7B6547-C164-E977-5928-B3857C63E01C}"/>
              </a:ext>
            </a:extLst>
          </p:cNvPr>
          <p:cNvSpPr txBox="1"/>
          <p:nvPr/>
        </p:nvSpPr>
        <p:spPr>
          <a:xfrm>
            <a:off x="1430216" y="258544"/>
            <a:ext cx="9331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The Probability of there being a Set and the number of Sets to check</a:t>
            </a:r>
          </a:p>
        </p:txBody>
      </p:sp>
    </p:spTree>
    <p:extLst>
      <p:ext uri="{BB962C8B-B14F-4D97-AF65-F5344CB8AC3E}">
        <p14:creationId xmlns:p14="http://schemas.microsoft.com/office/powerpoint/2010/main" val="35641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ED526-7A5A-C7E9-36A9-1DE284D99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169" y="263477"/>
            <a:ext cx="7373662" cy="1721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849F3E-A1FC-DF6A-523B-AC7ED9F29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344" y="1920410"/>
            <a:ext cx="4799312" cy="467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03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31837-F5D7-9D79-BD10-BEFA81A65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5760"/>
            <a:ext cx="12192000" cy="43664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3AB84-0022-CE91-C406-2403D4563B99}"/>
              </a:ext>
            </a:extLst>
          </p:cNvPr>
          <p:cNvSpPr txBox="1"/>
          <p:nvPr/>
        </p:nvSpPr>
        <p:spPr>
          <a:xfrm>
            <a:off x="550870" y="5857454"/>
            <a:ext cx="110902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correct rules and cards, but wrong (green | red | red)</a:t>
            </a:r>
          </a:p>
          <a:p>
            <a:pPr algn="ctr"/>
            <a:r>
              <a:rPr lang="en-GB" sz="2800" dirty="0"/>
              <a:t>	</a:t>
            </a:r>
            <a:endParaRPr lang="en-GB" sz="2400" i="1" dirty="0">
              <a:solidFill>
                <a:srgbClr val="FF0000"/>
              </a:solidFill>
            </a:endParaRPr>
          </a:p>
          <a:p>
            <a:pPr algn="ctr" fontAlgn="base"/>
            <a:r>
              <a:rPr lang="en-GB" sz="2400" i="1" dirty="0">
                <a:solidFill>
                  <a:srgbClr val="FF0000"/>
                </a:solidFill>
              </a:rPr>
              <a:t>	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F9BCC-7D86-0FDC-F881-2592A5BE9AEC}"/>
              </a:ext>
            </a:extLst>
          </p:cNvPr>
          <p:cNvSpPr txBox="1"/>
          <p:nvPr/>
        </p:nvSpPr>
        <p:spPr>
          <a:xfrm>
            <a:off x="4278923" y="1812023"/>
            <a:ext cx="47714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 !</a:t>
            </a:r>
          </a:p>
          <a:p>
            <a:pPr algn="ctr"/>
            <a:r>
              <a:rPr lang="en-GB" sz="2800" dirty="0"/>
              <a:t>	</a:t>
            </a:r>
            <a:endParaRPr lang="en-GB" sz="2400" i="1" dirty="0">
              <a:solidFill>
                <a:srgbClr val="FF0000"/>
              </a:solidFill>
            </a:endParaRPr>
          </a:p>
          <a:p>
            <a:pPr algn="ctr" fontAlgn="base"/>
            <a:r>
              <a:rPr lang="en-GB" sz="2400" i="1" dirty="0">
                <a:solidFill>
                  <a:srgbClr val="FF0000"/>
                </a:solidFill>
              </a:rPr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262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6C4A5-1F9C-3C04-8FE3-04CB3902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80" y="206680"/>
            <a:ext cx="9128910" cy="628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23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46AE71-2C4D-4349-079D-3C4126FB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19" y="794906"/>
            <a:ext cx="11156161" cy="52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98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71E913-74FF-3CC8-EA63-68D4BB9B2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14" y="256286"/>
            <a:ext cx="11205962" cy="1595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FA2FD-E658-3D98-6036-29850F4A6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49" y="1851837"/>
            <a:ext cx="5526304" cy="3065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CA2B3D-99E5-596E-C5A6-E180970A2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1" y="4917340"/>
            <a:ext cx="11496701" cy="168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0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255EAB-DBAC-7EA5-2644-704CB5CC0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775" y="359473"/>
            <a:ext cx="7407478" cy="1059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F2101-31DA-42F4-7BBF-28EAB5301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775" y="1419367"/>
            <a:ext cx="5034097" cy="1314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8D8204-2E4D-2765-1BD5-A46B597CC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775" y="2942186"/>
            <a:ext cx="7684433" cy="37998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363A0D-FEB2-3F9D-681B-4980E0044529}"/>
              </a:ext>
            </a:extLst>
          </p:cNvPr>
          <p:cNvSpPr txBox="1"/>
          <p:nvPr/>
        </p:nvSpPr>
        <p:spPr>
          <a:xfrm>
            <a:off x="8057504" y="5775252"/>
            <a:ext cx="47714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 !</a:t>
            </a:r>
          </a:p>
          <a:p>
            <a:pPr algn="ctr"/>
            <a:r>
              <a:rPr lang="en-GB" sz="2800" dirty="0"/>
              <a:t>	</a:t>
            </a:r>
            <a:endParaRPr lang="en-GB" sz="2400" i="1" dirty="0">
              <a:solidFill>
                <a:srgbClr val="FF0000"/>
              </a:solidFill>
            </a:endParaRPr>
          </a:p>
          <a:p>
            <a:pPr algn="ctr" fontAlgn="base"/>
            <a:r>
              <a:rPr lang="en-GB" sz="2400" i="1" dirty="0">
                <a:solidFill>
                  <a:srgbClr val="FF0000"/>
                </a:solidFill>
              </a:rPr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6280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60027E-8D66-9A93-F378-F4DDBE041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04" y="447259"/>
            <a:ext cx="8173591" cy="5963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5C2A3C-5EE6-BA27-B2DE-DA56B7C05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685" y="201351"/>
            <a:ext cx="4696480" cy="7049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DCECEE-E8EF-A486-789A-28FC29E5A1F5}"/>
              </a:ext>
            </a:extLst>
          </p:cNvPr>
          <p:cNvSpPr txBox="1"/>
          <p:nvPr/>
        </p:nvSpPr>
        <p:spPr>
          <a:xfrm>
            <a:off x="-1379573" y="353474"/>
            <a:ext cx="47714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Wait ..</a:t>
            </a:r>
          </a:p>
          <a:p>
            <a:pPr algn="ctr"/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this is </a:t>
            </a:r>
          </a:p>
          <a:p>
            <a:pPr algn="ctr"/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!</a:t>
            </a:r>
          </a:p>
          <a:p>
            <a:pPr algn="ctr"/>
            <a:r>
              <a:rPr lang="en-GB" sz="2800" dirty="0"/>
              <a:t>	</a:t>
            </a:r>
            <a:endParaRPr lang="en-GB" sz="2400" i="1" dirty="0">
              <a:solidFill>
                <a:srgbClr val="FF0000"/>
              </a:solidFill>
            </a:endParaRPr>
          </a:p>
          <a:p>
            <a:pPr algn="ctr" fontAlgn="base"/>
            <a:r>
              <a:rPr lang="en-GB" sz="2400" i="1" dirty="0">
                <a:solidFill>
                  <a:srgbClr val="FF0000"/>
                </a:solidFill>
              </a:rPr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6802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C19F07-0707-8DC9-E4E6-F8E0F4E08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232916"/>
            <a:ext cx="8916644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51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49BB9-04A7-B355-93B3-CA3CA8DF2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05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E2A31-B397-1E8C-9A71-7191F2282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32" y="575864"/>
            <a:ext cx="7068536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00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57B48A-41EE-C545-CC53-FF815FCBD543}"/>
              </a:ext>
            </a:extLst>
          </p:cNvPr>
          <p:cNvSpPr txBox="1"/>
          <p:nvPr/>
        </p:nvSpPr>
        <p:spPr>
          <a:xfrm>
            <a:off x="438150" y="269478"/>
            <a:ext cx="1131569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rgbClr val="E6281E"/>
                </a:solidFill>
              </a:rPr>
              <a:t>Conclusion</a:t>
            </a:r>
          </a:p>
          <a:p>
            <a:pPr algn="ctr"/>
            <a:endParaRPr lang="en-GB" sz="4000" dirty="0"/>
          </a:p>
          <a:p>
            <a:pPr algn="ctr"/>
            <a:r>
              <a:rPr lang="en-GB" sz="4000" dirty="0"/>
              <a:t>Large Language Models can play Set … </a:t>
            </a:r>
          </a:p>
          <a:p>
            <a:pPr algn="ctr"/>
            <a:endParaRPr lang="en-GB" sz="4000" dirty="0"/>
          </a:p>
          <a:p>
            <a:pPr algn="ctr"/>
            <a:r>
              <a:rPr lang="en-GB" sz="4000" dirty="0"/>
              <a:t>… eventually …</a:t>
            </a:r>
            <a:br>
              <a:rPr lang="en-GB" sz="4000" dirty="0"/>
            </a:br>
            <a:r>
              <a:rPr lang="en-GB" sz="4000" dirty="0"/>
              <a:t>…</a:t>
            </a:r>
            <a:r>
              <a:rPr lang="en-GB" sz="4000" i="1" dirty="0"/>
              <a:t> wait a ‘human sanity-check’ really ????</a:t>
            </a:r>
          </a:p>
          <a:p>
            <a:pPr algn="ctr"/>
            <a:endParaRPr lang="en-GB" sz="6000" dirty="0"/>
          </a:p>
          <a:p>
            <a:pPr algn="ctr"/>
            <a:endParaRPr lang="en-GB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3F7A9-44A4-9820-FC3C-55B153DC7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805" y="4370110"/>
            <a:ext cx="4624387" cy="221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794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lideNumber"/>
</p:tagLst>
</file>

<file path=ppt/theme/theme1.xml><?xml version="1.0" encoding="utf-8"?>
<a:theme xmlns:a="http://schemas.openxmlformats.org/drawingml/2006/main" name="Arup">
  <a:themeElements>
    <a:clrScheme name="Arup">
      <a:dk1>
        <a:srgbClr val="000000"/>
      </a:dk1>
      <a:lt1>
        <a:srgbClr val="FFFFFF"/>
      </a:lt1>
      <a:dk2>
        <a:srgbClr val="E61E28"/>
      </a:dk2>
      <a:lt2>
        <a:srgbClr val="FFFFFF"/>
      </a:lt2>
      <a:accent1>
        <a:srgbClr val="E61E28"/>
      </a:accent1>
      <a:accent2>
        <a:srgbClr val="7D4196"/>
      </a:accent2>
      <a:accent3>
        <a:srgbClr val="005AAA"/>
      </a:accent3>
      <a:accent4>
        <a:srgbClr val="32A4A0"/>
      </a:accent4>
      <a:accent5>
        <a:srgbClr val="C83C96"/>
      </a:accent5>
      <a:accent6>
        <a:srgbClr val="4BA046"/>
      </a:accent6>
      <a:hlink>
        <a:srgbClr val="606062"/>
      </a:hlink>
      <a:folHlink>
        <a:srgbClr val="C9C9CA"/>
      </a:folHlink>
    </a:clrScheme>
    <a:fontScheme name="Arup Font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2800" dirty="0" err="1" smtClean="0"/>
        </a:defPPr>
      </a:lstStyle>
    </a:txDef>
  </a:objectDefaults>
  <a:extraClrSchemeLst/>
  <a:custClrLst>
    <a:custClr name="Chart 1">
      <a:srgbClr val="E61E28"/>
    </a:custClr>
    <a:custClr name="Chart 2">
      <a:srgbClr val="7D4196"/>
    </a:custClr>
    <a:custClr name="Chart 3">
      <a:srgbClr val="005AAA"/>
    </a:custClr>
    <a:custClr name="Chart 4">
      <a:srgbClr val="32A4A0"/>
    </a:custClr>
    <a:custClr name="Chart 5">
      <a:srgbClr val="C83C96"/>
    </a:custClr>
    <a:custClr name="Chart 6">
      <a:srgbClr val="4BA046"/>
    </a:custClr>
    <a:custClr name="Chart 7">
      <a:srgbClr val="1E9BD7"/>
    </a:custClr>
    <a:custClr name="Chart 8">
      <a:srgbClr val="91967D"/>
    </a:custClr>
    <a:custClr name="Chart 9">
      <a:srgbClr val="E66E23"/>
    </a:custClr>
    <a:custClr name="Chart 10">
      <a:srgbClr val="50697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Arup">
      <a:dk1>
        <a:srgbClr val="000000"/>
      </a:dk1>
      <a:lt1>
        <a:srgbClr val="FFFFFF"/>
      </a:lt1>
      <a:dk2>
        <a:srgbClr val="E61E28"/>
      </a:dk2>
      <a:lt2>
        <a:srgbClr val="FFFFFF"/>
      </a:lt2>
      <a:accent1>
        <a:srgbClr val="E61E28"/>
      </a:accent1>
      <a:accent2>
        <a:srgbClr val="7D4196"/>
      </a:accent2>
      <a:accent3>
        <a:srgbClr val="005AAA"/>
      </a:accent3>
      <a:accent4>
        <a:srgbClr val="32A4A0"/>
      </a:accent4>
      <a:accent5>
        <a:srgbClr val="C83C96"/>
      </a:accent5>
      <a:accent6>
        <a:srgbClr val="4BA046"/>
      </a:accent6>
      <a:hlink>
        <a:srgbClr val="606062"/>
      </a:hlink>
      <a:folHlink>
        <a:srgbClr val="C9C9CA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B0604020202020204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Times New Roman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ajorFont>
      <a:minorFont>
        <a:latin typeface="Arial" panose="020B0604020202020204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Chart 1">
      <a:srgbClr val="E61E28"/>
    </a:custClr>
    <a:custClr name="Chart 2">
      <a:srgbClr val="88438B"/>
    </a:custClr>
    <a:custClr name="Chart 3">
      <a:srgbClr val="054CA1"/>
    </a:custClr>
    <a:custClr name="Chart 4">
      <a:srgbClr val="4D9EA9"/>
    </a:custClr>
    <a:custClr name="Chart 5">
      <a:srgbClr val="D6488E"/>
    </a:custClr>
    <a:custClr name="Chart 6">
      <a:srgbClr val="428B35"/>
    </a:custClr>
    <a:custClr name="Chart 7">
      <a:srgbClr val="1E99D7"/>
    </a:custClr>
    <a:custClr name="Chart 8">
      <a:srgbClr val="91967D"/>
    </a:custClr>
    <a:custClr name="Chart 9">
      <a:srgbClr val="E66E23"/>
    </a:custClr>
    <a:custClr name="Chart 10">
      <a:srgbClr val="50697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Arup PPT template">
      <a:dk1>
        <a:srgbClr val="2C2C2D"/>
      </a:dk1>
      <a:lt1>
        <a:srgbClr val="FFFFFF"/>
      </a:lt1>
      <a:dk2>
        <a:srgbClr val="E61E28"/>
      </a:dk2>
      <a:lt2>
        <a:srgbClr val="FFFFFF"/>
      </a:lt2>
      <a:accent1>
        <a:srgbClr val="E61E28"/>
      </a:accent1>
      <a:accent2>
        <a:srgbClr val="88438B"/>
      </a:accent2>
      <a:accent3>
        <a:srgbClr val="054CA1"/>
      </a:accent3>
      <a:accent4>
        <a:srgbClr val="4D9EA9"/>
      </a:accent4>
      <a:accent5>
        <a:srgbClr val="D6488E"/>
      </a:accent5>
      <a:accent6>
        <a:srgbClr val="428B35"/>
      </a:accent6>
      <a:hlink>
        <a:srgbClr val="606062"/>
      </a:hlink>
      <a:folHlink>
        <a:srgbClr val="C9C9CA"/>
      </a:folHlink>
    </a:clrScheme>
    <a:fontScheme name="Custom 8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Chart 1">
      <a:srgbClr val="E61E28"/>
    </a:custClr>
    <a:custClr name="Chart 2">
      <a:srgbClr val="88438B"/>
    </a:custClr>
    <a:custClr name="Chart 3">
      <a:srgbClr val="054CA1"/>
    </a:custClr>
    <a:custClr name="Chart 4">
      <a:srgbClr val="4D9EA9"/>
    </a:custClr>
    <a:custClr name="Chart 5">
      <a:srgbClr val="D6488E"/>
    </a:custClr>
    <a:custClr name="Chart 6">
      <a:srgbClr val="428B35"/>
    </a:custClr>
    <a:custClr name="Chart 7">
      <a:srgbClr val="1E99D7"/>
    </a:custClr>
    <a:custClr name="Chart 8">
      <a:srgbClr val="91967D"/>
    </a:custClr>
    <a:custClr name="Chart 9">
      <a:srgbClr val="E66E23"/>
    </a:custClr>
    <a:custClr name="Chart 10">
      <a:srgbClr val="50697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TemplafyTemplateConfiguration><![CDATA[{"elementsMetadata":[],"transformationConfigurations":[{"propertyName":"PPStyles","propertyValue":"","disableUpdates":false,"type":"customDocumentProperty"},{"colorTheme":"{{DataSources.ColorThemes[\"Arup\"].ColorTheme}}","disableUpdates":false,"originalColorThemeXml":"<a:clrScheme name=\"Brugerdefineret 6\" xmlns:a=\"http://schemas.openxmlformats.org/drawingml/2006/main\"><a:dk1><a:srgbClr val=\"000000\" /></a:dk1><a:lt1><a:srgbClr val=\"FFFFFF\" /></a:lt1><a:dk2><a:srgbClr val=\"E61E28\" /></a:dk2><a:lt2><a:srgbClr val=\"FFFFFF\" /></a:lt2><a:accent1><a:srgbClr val=\"E61E28\" /></a:accent1><a:accent2><a:srgbClr val=\"7D4196\" /></a:accent2><a:accent3><a:srgbClr val=\"005AAA\" /></a:accent3><a:accent4><a:srgbClr val=\"32A4A0\" /></a:accent4><a:accent5><a:srgbClr val=\"C83C96\" /></a:accent5><a:accent6><a:srgbClr val=\"4BA046\" /></a:accent6><a:hlink><a:srgbClr val=\"606062\" /></a:hlink><a:folHlink><a:srgbClr val=\"C9C9CA\" /></a:folHlink></a:clrScheme>","type":"colorTheme"}],"templateName":"Blank","templateDescription":"","enableDocumentContentUpdater":false,"version":"2.0"}]]></TemplafyTemplateConfiguration>
</file>

<file path=customXml/item2.xml><?xml version="1.0" encoding="utf-8"?>
<PpStyles><![CDATA[{"Styles":[{"Base64Png":"data:image/png;base64,iVBORw0KGgoAAAANSUhEUgAAAK0AAAAbCAYAAAAOPA8rAAAAAXNSR0IArs4c6QAAAARnQU1BAACxjwv8YQUAAAAJcEhZcwAAFiUAABYlAUlSJPAAAAVTSURBVHhe7ZtBUuswDIa5IPfgEByBE3AB9uxZs2XLkiU7btCXX1iav65kK3Gaprx+M5rWiRLLsiwrKdzduHHjP+fn5+fw8vJymL5CXDI6N64PndBZ8vT0dHh+fj68v78fEBjTsc34+vqSvqevLEdkdK4F+Bj+nr6aoP329jZ7TOqXh4cHu9f9/b0c+/j4mH2/i/L9/X14fHy0gUA+Pz8POI7zDAYOR7I+stlWwYsJY6cXOSKjs3fge2cMR4KAywabBj4+Mbe/R3/70QWOOd06CQ1RjGXpgsHDcdNX+fSC/BxkbF0ynqVQX6sAP6pfM9ILXE0wJXBdNHBLv1eFGF4kRQlUkY0HbP1KyyejMwx2nuljtT40wyLI6oBEotCsyRIljFJGNHUAz2N5DrgazHBpJWHHLKm1FmJ9SssnozMMbePDlCCVEuz3iM/r66v2KVIy5QlV2ddD9K4t284ZoMFbcZnALbA+peWT0RlCg6zIMAi+7MLXLR3SCDTTKfPUwnSldSWMGD1y7RIy/WV0FuPUnsPMWfR4KJ4+ev3b+dZi4MRTsvPVYIZLK8mWDz1Epr+MziIQMFXArt5HEuk7yrScjSFRXUt1uf9gh4jXOgifG9aBPcxwaSXh+iqorew8iUdWD6ylI2CiYDsHIh54vNqyDgRPWk/qKyP9BX4/ycYYH7/yUnTcrt1VYWyyk5TMNqWoajrXIaDWwzGPsoC7ehOr6GCXgO8hZYLlGC9EJJbGk7fpSWtD+InfzY6F+qENUo4JugjdwHcm5Eh2kHHZni61MxKvSli/RUZvFR1kmKiO5Iwabb8TpiOtDdEtPVMH08/ZJsiqejyMPS0JIsl0fmbMFs06NTiOAfI2iu/JBWfXSCsmozeso+87oyzFmQwSjJF1NkXjKZqrGme3E+m9Xju5wJFL4tnTFEx84lWKwte2yOgN6VS1XgvTC0o4Oy+tjdAAjGrZiGrcJn8i00orAAOH0zRTQeC8Rt2nmL60YjJ6QzredpmUmta5s9EqayIwP1q/c+mj4j6ElWgOJbnFnhO2JwUCmEuF1gPBhOlJKyajN6RTsqZ7biZr3ScNAg4+TyQJA/OCa3i34NdcKu5uUjnLxFXeHrYpTb3lNJzJei0yeqM6rXNzWOs+KTTxdZLDEVpKIGjrUo7/6EnFjUV0rKUCPneQYRUzXFozqEsFOXiK6UgrJqM3qmPnyqJbit1HWmdEg29OwPIPP1GcIcnUgTunj0vDhs9CMwCkOMDDdKQVk9Eb1bFzvafnDnYfaZ2JJQELuHZvlRPlnMlOdv4UbPgsOGiLePTOKxm9IR1+KM480OiPEKXJ2H2kdQaWBiyoMmiT5BzujsUG84AbQWA60orJ6A3p1G8PetkW47tE0I4EbGGufXP1L85ig7mm5Z8ImRmrPqM3pFN+bjaBba3tE+eDwOb7rAoWFvqNfhpnENTeoirHRJLv00X3z5cHmg0gJTBdOLC9zAGnsg6k4WjWi2jq8ISqIKNyn7ATO0djXHz9amjAthYSwHnd5bxFxXNT9EK4rvXmZ3eUiWJJwe/6ek6udTmDwKEIDnYcBMcGtuWmDvoqwdiVaBI58DVo8Om+qE/iLaaMRAtcS6He/GjCKPr7BgOpHQXH41WQ5wgcx/lSu4pgwC2HKNGEUMACO47XZ/UrKc0sKl4GyegA9Mnj8KSVdep+IJkM6ZGxJZLeItE/boJtsJnnFclD5yUq7faEGLpEMEg4Cg6YO0G69U1fZZKcgGr9W7pcF4jinVNxwSLkBQW7YENmbLBfx4NFFmW8HnqPJZLZzjEWjKlOHGgjWI/tvrv7B0hjottNBcgrAAAAAElFTkSuQmCC","Name":"Bullet 28","Paragraph":{"Font":{"Name":"Times New Roman","NameFarEast":"+mn-ea","NameComplexScript":"+mn-cs","Size":28.0,"Bold":false,"Italic":false,"Underline":false,"Color":"Black","SmallCaps":false,"AllCaps":false},"Alignment":0,"IndentBefore":28.3464565,"FirstLineIndent":-28.3464565,"ParagraphSpacing":{"Before":0.0,"After":9.0,"LineSpacing":1.0,"MeasureInLines":true}},"List":{"Visible":true,"BulletType":1,"StartValue":1,"IndentLevel":1,"Character":8226,"CharacterFont":"Arial","BulletStyle":0,"BulletSize":1.0,"BulletColor":"Black"}},{"Base64Png":"data:image/png;base64,iVBORw0KGgoAAAANSUhEUgAAAPMAAAAbCAYAAACp4bnQAAAAAXNSR0IArs4c6QAAAARnQU1BAACxjwv8YQUAAAAJcEhZcwAAFiUAABYlAUlSJPAAAAb4SURBVHhe7Zo/UvQ8DMa5IPfgEByBE3ABenpqWlpKSjpuwJtHn6V51kiOHDvZ3fn2N6NZnCj+I0uynXB348aNGzcKPz8/vy8vL7/Ln5AbFRn73Gz4P0Qn/fHxUSde5Onp6ff19fX38/NTnOHr60vv7QbaeH5+tj4U2Yu6nZTALujj+/v7L2y3XDuMjH0OtuHuwM6w+fKnCcpvb2/d41LbPDw8WF339/dy7ePjo7u+iwLBuvzI4HgwcFKUedAku4GE4rS5K9/f338SGRIYruM+A2eAc7E+EuFRQQ0nXrNPRucagP0D/zNBIGaDUBMCfnWBAmhHkx/m9egEPQXdghXHDNGAJ9mVYszD2gNb2oRDwJmWP+XXC/49yPT1SBtSW9OALdW2GVkLaE2+JaBdNKBLu9cDVpjlR4SzVASdvVZ1J3F0e6C7zRLAIgc7gbUrJZ+MzjDYqSw/U9vQFRnBVwcq/FVXWZYomZbteFMH8FwWf78OqjNVCsqUR9DdvwlsapOdZcs5biPWppR8MjrD0FZ4CiV45Tjz3xWfesdYfPoP1RFqDdG7ttW5Z4ACGe8Iuvs3gU1t8pa2OPYRWJtS8snoDKGBV2QKCMpsUuRFqRGAplPmqoXpSulKsE5nDUdb8yOw/knpGEbaHHl2C5n2Mjqbcc61U+hJiHxcLOJh91u+zkl57T3SRVG/Jcy+EVw4apDcv6PY1OaRL5uITHsZnU0giKpAnt5GB9J+tDJXR8rw3Exn/554OD98zlMZOPT/qWsRj6we+KMDA/P5p/7EMAGrW0pJ+OwWnNvsPolHVg/M0hFgW/SdAxT29c6tdXB40nprvAPSZmD7P6s3xuj5jY794L7PwcmscubbEiDV2Sl83kkiESc6LQea+OaR601Rjzuy3d72CVjVwa4CCRJSnF6ucYKCTzTeApuelA6G30AXG7s4n1d1jIL6V5QQLh7nzGOC7KST2wHX0SKjZzroC4ysDgVnq4M7e+5fgetcpXaQRFJh/RYZvSk6mP/ojMo2Ln7iYTpSOhjdGmfO2dXnVRH4ll6f5EPnA4FRthWudK56/GyLjJ7pRJ8o6skpZ9cRrK4okeE6Jp2TIP5OOoI9I6WYjN6wjs57tKLxqgcJxsg6h6PvfrILj7NDEln7DHZVYJDRKo3rycHycy0yehmdkxd5vG3aiNWVFQRERxLhZ1tk9IZ0ivO79ypML3jDa/eldCAamL1b42rsJle/Mtd4ZwuVC9xGnryBLCvNCFaXlALgDHAk3tHwMaCB6UspJqM3pONtOZNS07q3K1hkMttrBnOk7wjqoxpkgg9dFt6ZVGUloFm3RUYvo+Nl2RG660H7vKOJtqwF05NSTEZvSKessu69TmbV0wX8E3ZPJFBDd5+8w+DFQCXYgVw3cFTexqqUAPJgvRYZvYyO0qPbYlM9dUJpOBjrtcjojeq07vUwq540ZTvc9S1Yt+QI5vpYhC8QnJAhdUCf3ByUs1JvyRpnFNZrkdHL6Cg9ui0211NvueXiX0xHSjEZvVEdu9dIzhmsHintjAZlTyCX4BWJzsVIwHVA97Rxbro6Wm3LomfX7isZvYyOInq95yeHnjZP0NUCUpzCw3SkFJPRG9Wxe4Nvcq0eKe3IlkAGvBi1tuXlnsk1bbe7/jmk6LJ4rN1XMnoZHUX0Gitilp42T+BgLuKxdl/J6A3p8PEpkwSxugXObfVIaSe2BjKoVtwmyXm8OHq/IQMZYGPy1QBr9Wb0Mjon59UJ2yKrS0odsBNckH1CnfrotLY6Y3znCuaRQC709rFX/+y0toMRMsAoCXRkwIxeRsc+pU3YYoNUmx58Zo6+d5/BPqFOvdNC31pbUNwPAp7rmQ58DW1ndpEIdi/h8BEx+T8BontV22xIdnXW7AiJDMIO7WVRPMc6kIZxWS9EA6TnyNAg1WYN26b0x+UM9mnqsJOrYAXmNtFPJMrGuPj5qWggt5IMwH3dGXkJh+en6IXwudmbo0vFOr0W0BigBk1rgPzNDvocYDAinIKNBcG1te1b1Gbp9xSjFwdmSVGPueV4e9lHSj5NHZ7XNYlszAlBAwm/JSltxks0GYmSn/rK2hxpMs0ucpeCdFoFg4RD8UBhGEwi7kEyQRNNAjkqsOt4aeV9GkFf2NGgp8+jXyjj/owVGfXW/YZDol+ec+A67mNMS1EETtByEmWGfcrqYlLKJ2R0ANrkcXjSmve6HQjmJWMLj0x/IllLIHokQ//Qb55b+JHOzYR/Cz4cMzicBYOD49SGhIEiR4jQ7dHyp9TnPC+ZL8qiDBxJA3cpisDougoMYnX2Cvqgtul13EH7yHOBKN49FRfYkxMN+oU+ZMaG/ut4MFeZeY3gee6VzGKD8WBcdVJFGUF82ve7u3+EAGTgkfE9JQAAAABJRU5ErkJggg==","Name":"Sub Bullet 28","Paragraph":{"Font":{"Name":"Times New Roman","NameFarEast":"+mn-ea","NameComplexScript":"+mn-cs","Size":28.0,"Bold":false,"Italic":false,"Underline":false,"Color":"Black","SmallCaps":false,"AllCaps":false},"Alignment":0,"IndentBefore":56.6929131,"FirstLineIndent":-28.3464565,"ParagraphSpacing":{"Before":0.0,"After":9.0,"LineSpacing":1.0,"MeasureInLines":true}},"List":{"Visible":true,"BulletType":1,"StartValue":1,"IndentLevel":2,"Character":8211,"CharacterFont":"Times New Roman","BulletStyle":0,"BulletSize":1.0,"BulletColor":"Black"}},{"Base64Png":"data:image/png;base64,iVBORw0KGgoAAAANSUhEUgAAAM8AAAAjCAYAAAAzB16mAAAAAXNSR0IArs4c6QAAAARnQU1BAACxjwv8YQUAAAAJcEhZcwAAFiUAABYlAUlSJPAAAAd/SURBVHhe7Zk7shQ9DIXvBu8+WARLYAVsgJycmJSUkJCMHdx/jtBxndbIsvsxFP/gr0rV427Z7Yceds/LYrFYNL58+fJ2u7z5dbF4KGZsmXz69AnX03z+/Pmu7SBX8qh2F38ZX79+ffvw4YOut5WPBM4fP368ffz48e3du3etrdfXV7v37du3ur3v37+/vX//vlWk/Pr1q644ATpxuzTBAH/+/Hm63YyVeZ4f2I4aeSawuaHRO3RAXOEHv+/+fg+c5/bTfKP0BTfojZw1Qh/ARq5wyMW/CWw0BuNKRg7EhOEOlEIH8veWmCJlpkJFJ0IsFoegPcHYo2MgazCLqPR2OdylQHo6QJPK6ChjStqJo9kH+8jbJRvQYrEb7mJw1vl9JyeesT1z3BGOKSNMb5RMTImGDzmafZjukq3bYrEb2NNsIKftQQr7bToTR4mma6UOTeFM9vHO8GAHWltWWix2IrY0RIO/S0Z7Xtk3bRni2aoLFTeH/T0dB9xPSqdaW1ZaLB6P2Vsv82h2gvTOPb5NNBl9gKCioQf+UUXFO6z6rR0rFeA9GJi0YR6PvewoveK5H+q6ej0dODrHi3df9T9XhP8p6PhQ1s+kFey/rg1+455H3BLWV6Nin24/TTDfcb2TaL6RLHpndaoofzH2Ph/XHbFvmI9sDbhOvhMrYWPGkezDOsH4WjtW6uB1rKN0FAySA8A1ixBx8V029HTQnhqiyihN7wXjwhjUMDWyhTm7g4dh6HF+cNVDcmUsnF+RzfujxP6gjXDQ7r5PQR2MG/X91kPRL2QxCCjZH/h+z6C9zIwRsJGGGlbVEcLJDUbe2rBSArd6LhvUibOB4J2JA2zIdOg4+gUHC0xnhYy+7szCeckMiIsE6b2Phq+Lq6gT+Ls2ZOPHvOI++xQdERIzhRomZCaTIGjM2M5VcC58vCVJQLHgzft7MiUbaKjhjjrji5CluNaGlRLUYO2G4FHWxPXuiIuKexFtB5L009Ax93T2QOeIkZxo4MjmmMbQGzvxvppkTjY7/uhAXq+h/R3ND+rOGPGVMEjMZjpdb5W9gZMVN6hhVx2ityZRptW3Us5IZ/QcXKITjQz3jqJO3TvXMOiIbOD8j7YPsZ1o9I7qdNE1z4xo1ibgaHui91noCLNbLZKsgcmpzANmIg0NrhNlWn0rJfAdRWeHbdy4SgfM6pWEKN6lN36NisXcNBh1IZ0tXntupQ7a72zN2V9IL6MC9KfjxA8BTr030yHAYfsK0S00ZZRdCSvcMYo0vcV3Wl0r7QBRz/fwM21cpQNm9UpC33fjC2cy4zxq9P7uSHtupQ6jbBizc+YgyLR7M8AZ8C7YqWf7KRCcUEfnittklc5cbqDyHRppMk8U58poda00AIPnFhDXmfOMc5UOmNUbcaodDVozn7OT/XukehYpdblGkCz7wJhnP8GfhfaZHBm6cK4wx9H50W+de8jIgaiYoo1p9mEnivTd6lmpAwbAtJlsOWbauEoHzOqNaO0c3L60+tXZgowyxo3qWaTUrbIPfu/dPh2F9rfHcbTvvYyOoB0dqHoHlVJ6kYZbkyJdtnpWSkCn0FFIx0iGbdy4SgfM6o1o7exZXKHVn/n6o87jCx9pz61UU7Vj9GwCfZ3ZZp7liOMA7Xe1zYu7nir7UCklizRcrMGhSuvdoQteTELTsVLOVTpgVq+EgQUys//HYukCaf3OB4ANOped97XnVqoxvWpto03gHvgTHwqOOg4IGaVEjywuKeVDECMNy4MBtDpWCqiB2I2cP6kDZvVKdL4gVZQD0Fejn/gAsMHPGCadNWnPrdRBI+4o48WPGnDgQTA9zRnHcVqfrTRmqD9sLIk0M3tb1c8YPQd/UgfM6pVoJoBUDkCDVYOI8+3tdaGzFVut1paVOtA4IaMMomPEe+H8J4x6CAIM3jP7ASWbcw3YkxnSdKv1Y4MlMZpO7G1VP6M9zyZdF9Klx1U6YFZviEZmCIKNLjwWD2PE/czoNfuMIroHsipbtLaqLMg+z2wVgY6xcNzT0HFGGRzPud3K5kJtamS/moUz+9xEuJEnamMuXbRdSNY2v7BBMDGMrngPFiUaH56jHXdiRfV6zOiAWb0hGIcb1FB60VQjZW+xaSzJvCitnd4ZjIZVRdmIZp9Zh9uLzsEe6dkzk8DIGWl/6bzSSG8/TTCpVWOgbNCJ7UJQjm17ORUaCiMqJQ6YhkPJDGxGB8zq7QF9jWNQwXjSqCZokMFvGgWu7POE4bY28M641mxnj+MQGnfPWI8ymrtK3P666DYXY9e+I5BxTNm82oMJuYORRide0LojMdCeRpa4qDAsDPD20xw2LFCrlwjJnlGU7DnlNFggHSd+Y2FmDQ7zhLnhXEB2ttHqoYC5VMOEsY2cuAe2RyNjPYKOda/MjAV2hnnQdYHsXZvF86MGcikwwKOOt1j8H3iY83gGWyyeloc4DzJOdf5dLJ6BhzgPzged8+9i8TRc7jz4iPGIDwWLxd/GKefhp104C5wGX6Lwe2WdxVPD/3AoXt7Lpg3I+sK2eHbujF5kGjgK/3eJ/8X9G7y8/Ae0FB4UYBvzkAAAAABJRU5ErkJggg==","Name":"Main copy 28","Paragraph":{"Font":{"Name":"Times New Roman","NameFarEast":"+mn-ea","NameComplexScript":"+mn-cs","Size":28.0,"Bold":false,"Italic":false,"Underline":false,"Color":"Black","SmallCaps":false,"AllCaps":false},"Alignment":0,"IndentBefore":0.0,"FirstLineIndent":0.0,"ParagraphSpacing":{"Before":0.0,"After":0.0,"LineSpacing":1.0,"MeasureInLines":true}},"List":{"Visible":false,"BulletType":4,"StartValue":1,"IndentLevel":1,"Character":8226,"CharacterFont":"","BulletStyle":0,"BulletSize":1.0,"BulletColor":"Black"}},{"Base64Png":"data:image/png;base64,iVBORw0KGgoAAAANSUhEUgAAAQgAAAAjCAYAAABo6pS+AAAAAXNSR0IArs4c6QAAAARnQU1BAACxjwv8YQUAAAAJcEhZcwAAFiUAABYlAUlSJPAAAAmTSURBVHhe7Zq7ji1XEYbPkzjmuZz5FYjInRATOCRwRkCERIaIEJHlyCKxnAASsgXGFzTwbdW/9Xd1rUv37n18zrA+qTTTtWrdq2qt7pk3i8Vi8X/Fv//wx5evPvjZCz9DtVg8nf98/c3Lv37z25vvhep1wIRawoTD7CG+/d3vy/YlYXYJz2p3saj48cuvXv7560+f5s/f/enPL9/86pNN+zyfOQA11n/8/Bf3tv7+4Uc33feffd5v74cv/vLy9ce/3AwEITOGyWkYhLfJBH/869+eEsDrBrF4mxAzHnBIFD0E8ZHbzUJcDQM7UJLhJ7Ee6ls/SnDMpRvvGPsAkEcDjQnkNq9IOovFu0KOm1CfhvbyodqTUZLQwU9yCNUOJQn6DVWNdzxVYUCVBaNosXg1XOnfihkCOgc/p79uAy4klTDZoBt1zwY8yXU/LcjIB3H2FsE7T24LieLF4tVwlX/rxs23h1CV5O963ACiaIN/NghVE9l1LwUyUnAPK3TQtSW/ZkTxYvFquMq/iZnZA1nxhbRi1Mc1erV321DtcYNHbhEMhnpcl3hWO8jNYLF4RVzl34qXGfwQb/Xr5b0YVrwi3DpCvUdG/O4n/5GBg959NCi1g9wMFotXxE/l3+qzdYPwWwbS+g7BK41suh89ZRSPm4+M3YoJBuztqA3XtaAfJqY2ELIa712jaxLlo39YadmQzDRf+r7q/0Ay+nu0z49n//NTD43f94bf0dF2mDVRfXcqjUntsd55v/OJlaU6oao6vZNshmr/9MycWn5a+RW35NH7vsj7xs+f+gBUn4wrVBvy+jPmys80J9YjVDVqKB5P3SJUh00L1fQCaqMZKI6Ajkn6plRZUJvX66dlQ3sebC7d69YJmBdzcCf27O1rVqGPU9hpffjpH616zqL1laD3/rPk8dCGf/hCWv051Lnt3f/qh+owrf3L45FesD7YIOo/rxn73/vKL1s/pLQWuf9bhbeA/+WhlRTB5ylBF8X3W8bMPu4SBHjw9AYitGC+4KqPhGoH2bhl44mqmgh95iCPojuVjZKDnyJsvBISMnvCjLivSxEk7vit/hTcvrmOBzp9hfpONX/WFX0rcJB84rtjVuUVJMYZ3+nB2PP4WTe1q3HnpMZeUi8eN/i6YxfqDVr31jzzmEL9dLTfrbk5+WBA2JPR3Haocjze8OAcDQZHwy5fVVQfCdUOD8pQ3cFxVdbayOy4od7g7SB5nMLn3LI5ghwxO6/w5FitsZyhNXfBWNVOlUhm55+ThE5N4eMdrQ91Z5x4hjz+6rBwtB6t5DRKdlzH0ffG776ChPrpMCb6qw6cijxOyaEDUJXi8Y4Hb29Aykh5Q1QXCdWOkc2oHK6yyY4Y6lO4E7a+MyixtvrT+o8CIreTAxu8PFQlvueVE836BEE3fUJNoD6Ran7C1yJUJd5evnkpCHtBdKWvzKJgH/lDJvuHZHp/VCEe78ycGFqoKtuqLhKqHeqjNdiZNq6ygVm7EX4ah6qkNX/P/K21ceTUSHWLUBkSqhIfd7XnGi/SuhkB4+kF8lHUJxKqkupaPSNRfbPuJPlQl1T1nwnJuYqzHsyBBIj4q5VkdBO8IeN43DA6MVoODqqHhGoasjeTmmnjKhuYtRvhYw/VIXRNRmYShAd2PhFBZUioSvJpE+o7+eSskgA3pqOn3AjvM1Qlj667J5hQNZHd2b6OwHoSi6Ok5ZDsqOP+oNdWl8pfNsgwHjf4iVFlGyWQeNygeq3yDJPXBvHTr+m9Nq6ygVm7EY+244l55k+hfvJVffbKMiNbDyJ+D/UdnHlmzEcYjUnM2rXwm1iomjza1yyKQfY4VEPkD/hRTuLsjfsX0k0SMorHHd6Y3yI0iMpJQHWQUJUwAV1/8vV4po2rbGDWboS3c+aq7fWrm1tmdPL3yjIj294tgt+PXoNn8P5CVeJ2M+uW8fqhanLE9iyKsSPJwfendfvk8M1JotmHDOJxR+vE0HWude1RHSRUOxgUA0WqDZ1p4yobmLUb4e0c2Vzh9We+OHuCYC1DfcfbC1WTXjui5ROMdeaV6CjqCwlVidvNrFvG648Su9uG6lLOJAfwvem9kuQbevMWIYN43FGdGHLI3kcOrxOqDe7UrUUYtQFX2cCs3QglT2TmfZzN8g3y+tVHx4yvZdWfypBQNZFdb2+zT4T68o+Touqrwl8RZm4yjNXX3U/V0WuS7JBQXcbZ5AA+h1A18U8ITfuZxvKJoefeBGSPhGqDB0GodozagKtsYNZuhK8X0svkgL0H9uijYwZnln21JypDQlXip8roBM4fUklSvaTyCOoHCVVJXvfRHBi3r6/PibZCXeL9hOoSHkkOcHRcQ/uZxvKJgYwytNuGasOoHN6mDczajfATHekFuYLSHSKvN+1FUYkSSuu1wNsKVYmcExndBHyO9EuCO+vUI9QPEqoST5QI4+olZ8o9ifC71++tgduF6mFISoxp5iMva135lR+8oz0E2TZ9VAbx2CRn59G7ptuGaoOXV47lzoqEesdVNjBrN4OfRggJ1TeezWOO6KvA9lvE6GTW1bp1YqodpBcwGvPMaw34HKs5XIX6QELVxANEgq96sPTWHZ3qtYImJ5LRDXEGJYdRW5Tr1aDab4+bUYzSlmyrGNycVKNs440hoS7xdpGqbf3lArktTJyS9IPj5QCjnHby1c9tQrVjxgZm7WZgHu5sPWmdGO7src2Ws/SuxGoDaX0TkWM1T5ICv0XMJpUzqA8kVE2OrHsVFPkWkhM76519ExskTA5TJbUZacWsDvNRwtE8St9RIKozHKfXGHQbDHK7CM+5bZ7dxkXBoJNRkies4JBUQTRjA7N2R2CseQ4uzKfM3IYnUn6XU/BTYx4Fp+oj9Jn3Wu0cSQ5Czt1y1kc5sy+jdUd6665kWYnWyHU3/x68BlbMjLMl9BnNlPhrJ2vm+0PC077tfMc76UmYb9CJ4c4lcv2eRJVbe549s+OyUUyQMpKST1J1KgmTKRuoyiVh8hBskM+T39mY2aBinVgbrcXRNlQH4Zm1dMfE2UaJqgXX3JGznsXHnSVMujA2X3fmzNwr/81gg63WnLoeTOiyTx7F9/OozOyX5uBrgBz1v8Urx50jVJeBA55NLovF4h3gmQmCkzV+XSwW7yPPShDcHLhBxONisXgfeVaC4F125n1+sVi8wzwjQfDh9FkfJxeLxVvk0QTBF2/q6s95fP2+/b5uD4vF+82Z/yPIeH3J+svFYvGeUwW2JEymIBnob/b5f1UWr4U3b/4LB+sgNDPXdIEAAAAASUVORK5CYII=","Name":"Main copy red 28","Paragraph":{"Font":{"Name":"Times New Roman","NameFarEast":"+mn-ea","NameComplexScript":"+mn-cs","Size":28.0,"Bold":false,"Italic":false,"Underline":false,"Color":"230, 30, 40","SmallCaps":false,"AllCaps":false},"Alignment":0,"IndentBefore":0.0,"FirstLineIndent":0.0,"ParagraphSpacing":{"Before":0.0,"After":0.0,"LineSpacing":1.0,"MeasureInLines":true}},"List":{"Visible":false,"BulletType":4,"StartValue":1,"IndentLevel":1,"Character":8226,"CharacterFont":"","BulletStyle":0,"BulletSize":1.0,"BulletColor":"Black"}},{"Base64Png":"data:image/png;base64,iVBORw0KGgoAAAANSUhEUgAAAJoAAAAaCAYAAABPT0XPAAAAAXNSR0IArs4c6QAAAARnQU1BAACxjwv8YQUAAAAJcEhZcwAAFiUAABYlAUlSJPAAAATnSURBVGhD7VoLkuMqDJxz+UA5j0+Ty/gwXrVkIYElIDvOvnkTdxU1GTD6NgKcfN24cWMC+77t23Pd18ey49/Hc8ffgtH4jf8ASMqTErLQR/zLbVkoOZSsnYCE0Qd++AcA9q5kn7fXE2k0fsNAq3F/UKzwURrF7bHulPphvNq5y/LI5xGL6GFRAGId3YcQU/6TiKZg29m+mEij8U/HtnqCtQ18yGNGlUkWMj3ExegoViFXZOWL4Ezo8yFKb6L9LuzbykRZViEK94EsFfmoQh1jHjr3a1nLXMD41MwrExKBgCTrJtpvA6pPFhNUK/xBWyjx3OkgxSceK1WShEsPwQT2ibStj5tovwhceTwRGvidriIMwYpTzJmweFkntc5B7qddBhQ30d6HrGrZuS7ZVqOYV8zlVl8IMmCevToQZuPyoK8S0HBzQTeex7N2scCYnQs8IPd0+yX5+fPvI1pkS/dWRdhwQG7imdm+PSVekI9knvVRLlySMV7nSpr3y295aK/6rPC6WhlKwJxoNrciqU9GaRzQnHBQ5gOygnTHoZIJpwHBNZm2XSWvv8m2K8XssJJcBZc8Rp/Hu4imld6TBCTCkLdPUex0RESf3MLOc+r4QQ8tRPdKgeOk485vkanz4uOM2H628RWUuKWH/fOYopszHixBsdZ7n+K33TaJtrLODpfS2xia9Zus8wp6B9HKnCZIvQBK8uPkZltNK8/7DGTxNZ9ifYhXdEh/BRLzs/xvE03RbnHS6hKusEAEBvXIoWMBobSKHF2Mrp4Bkf6GaEqMUF5gY7EvDbzZ4AngE5IRo1SvbFG2sWKZMQFnofZGNl1GNAAPYruT5Fo7bXUXE63FTlt3bcf7iWZBmk9WlnSPiDA+IRnRsjiaX00/cjKI6wjsT+LLpURTMOGq7TRwivuvJZqc46D3OEhTlU31lIBfRTR9fp5ohUSdoEbb53eIBqhePxd6MlkzgL4RUbMqq/AxL7aALNG26GFBqpN1NdE8sf0hvKvHOXUt0eaeB2aIFvn8XaJZXGRM5M0vkBYsb0AyIFo0HmEMWXgnQEAW/KuJliXs3xJtruz794qjFQ4Un53Ml4iWyFbd8G2WKBFkbkycFr18ADbu5ElnfxVYQOrnegpfJVqPEF09AyK9SjSgECcLJMfD/DJfcx1aBfz4DNF03gwR8R1l9lwPHN8BybbmVZfGKNJXKh45Kz2EksSZ1dg8YwQIyFGCf05WVHqvIFrk9Gg8gvcLOqtftFAEooT2qlohVBs/7U/nqe05CSoZnecyjEjG/tJxJs1J6lMjswoq7e/6+zMZJVIQYUTg2RgjTJ1EMe6QGYxZYEAqG7M5pIuMQB/02++dhGi4HPhxGaMWJGs0ngELxcjWtJAUNWnUPlxsuD+IXxuL+lxKJOOxuKp6lEXtK8gE6gXVazERVa/++sP8CWyGMr0MbAgKsbdSDvK5n5EAbYBK4wRYBakalkTimBKR5bpbrnzdA80+iUJCX6naBlWjcfo7hN1+j7lBLDxgJ7+O8bHpzPF+IVlcKXUeJWv6x4eHr7N+AThjzpGMWofAzB/n76zNN/4haqJZZX8VTLTO9nfjw3EZ0bDNd6rOjQ/HVUSLDus3bhRcQTS+7LxwybnxgbCv1tDkkiMjOc634fGt9MaHoncjHr2i8Df3/8cN7+vrD4VtmI39R4ItAAAAAElFTkSuQmCC","Name":"Small copy 20","Paragraph":{"Font":{"Name":"Times New Roman","NameFarEast":"+mn-ea","NameComplexScript":"+mn-cs","Size":20.0,"Bold":false,"Italic":false,"Underline":false,"Color":"Black","SmallCaps":false,"AllCaps":false},"Alignment":0,"IndentBefore":0.0,"FirstLineIndent":0.0,"ParagraphSpacing":{"Before":0.0,"After":0.0,"LineSpacing":1.0,"MeasureInLines":true}},"List":{"Visible":false,"BulletType":4,"StartValue":1,"IndentLevel":1,"Character":8226,"CharacterFont":"","BulletStyle":0,"BulletSize":1.0,"BulletColor":"Black"}},{"Base64Png":"data:image/png;base64,iVBORw0KGgoAAAANSUhEUgAAAMMAAAAaCAYAAAAKTuhNAAAAAXNSR0IArs4c6QAAAARnQU1BAACxjwv8YQUAAAAJcEhZcwAAFiUAABYlAUlSJPAAAAYTSURBVHhe7Vo7ciMhEPVJdtO9i8M9iiMfRYFv4tqjeDMHChw4UaCA5TV0T8N0A2ONVPIWr4pkGKA/7zUD0sPExMR/ghD+hvPrS/h8+h3ef/wKH68h5C5Cr3/itghvf8Pp8Bw+Hn+F95/P4RTuNB8gzimS5vgzGhqJQ+3xdyRQJFQ0OoBUb/djPOz9jPZpezXZe/0Tt0V4ewnHmA/OxVYxhLc/UUR6fMzt00s4DXCyHnt8jGt740LAy2kBkD8/zpMsi9+TGBhkeya8RfZe/8RtcT5kUm4Qg4yxGnHWnye8PqeC+PQnFfVc9E0+pwqaJvYmPT2lRacYJi4FyJlIPCYG2lFi/o6HRGZ6BkJrgThz8dj3xxcZCwjn63EyoGFcItQUw8Tl2CoGVHEvbzJXbMfD8kXDoCLu9MluE3eM/Egb1yb7OR58phgmLsUWMVAF12StoL9qClJHLEXe5rW5CchDTNg4WNzbAZoxxfC9sHVn6MGr/r2zicmLQl00uDxEe8A4ubbM6sOBm68x0XDa5281vCuHcepbvgE1MO/qVivO779/PTFYtjRvIiLOMdnHKp6e7efXFC/Mj2Su1kMuVJJXucpN+6U/Heq+Gpw/rIf3UBg5Rzp3AOe2iEXnNqeIRfZlTzHoeNR+skh8MSxjCyFpwkijpPuiwGI6aZ8IbD7kUOA4CAgY7pazwPQNVa1msQPz5SAXBDC2zGuJgXdMTWQkl+xQ9jHETiUWPKObC2NMEb/YQKwPRS6KE/crv9Oc+XlMtLVbJ9vXNmrU638cYv5ijiQ/8dDJJAKBMZ/kEDZI5W3EAn16DMTEV5y7iCHHyDsgY52qj1G8U/OKOjlxqrXUrz+xaqItFWAdLNnCKkO9561qcg0xyJgqSK0AEkEdAnpbdj1fnTQvvmKfsx6Rtyo0FnRsVoTIYBtW+f1CLIoxe4gBvOit8xUxMOrPmWR4uV0zJFmWQS0Cc59BesyHapwfEZrrXEEMTF5zPsNGsc8N/GKDJqlOiEde2QW8wlHHiua0RVJjJDa0jkPcReTLehILh2BeYdgKtt2K225iAPAiPm3IKbyc2+qzZmcx1OCf78WOG4hBgmSs5cEjpoZFap0QTwxeHMWv+jly0okrox87RZhWU7FiP7f6sxUUcyfehd2XioGBAfLNazhwLTGk79a4bpyXvtnjbuWus7sYmGTjYhCiN4JqVcRLxABYxMM63lw1hmM3SFztjxfrPcSAOXqC93ZUhvZd4gVCW59AGpLIysm9xaDFpw+uzXVGE+r019j6PjAiBsvnS8WwxCX1pfnGRTwcu8HCMBK7lj8jIJ87QgCs4qNh2kqTd7YJz8m9xeCR6rZiGNs+9e8uvSoEiM9qzk1icObmteHbKFEY/dj1Kz0AGxGLS8XdQ/JvbFyLM8DSr+ZLD9vKFyer91oLtpy2EtxKTHOdncUACLm9QFI8Fr/En8YaXKl0/wh5eNyIWHDd6b1nYSQ2SyyivwOx6BWGr4qBONARwrn6KYBtsWIiO4cueEK0RkWxyAvI2NhXB3Nxek0oawvbQwyW071+C9ovrFn8kzcm3yJdiwRC+jp+Sgz2uGx7gzjFHFsJNhCbbizw24He7dT7TRJusJXmbAiB7XB548W9tqFwNn5vwlk9kH5FpAnXxohjlePJuDyn0SfJi00H16pCWF/+i57FgAO17ue5LEL1+j1AzBKXupnELYmtfzyj50b86liU56RIVEqYvTtpSOFpfNZZKGLTGNuOheGXmlf7VOQSLfrW+6wr+NlqjrjYFv7X6yIEI65YjA/QZyQOSteLQyDq77NAncTlXTi2VJuixaB4jrFYaF51e5X++pD+prAQLQlFV7W6oUL0+smRDuRWi8casdCAnXQVrGPTGKP9QrJox2GbQZTO3x0Y7OuwX17+YvN3iCoWZF8jFixmfh9xiIVPyBl9w6/T3ngA57IhIaC1xAyOK1tG4zpxQ5RisEk4AhKDUaEnJr4NdhMDPmMalXFi4u6xlxisw+PExLfCHmKgQ/CGi4GJibuE/M0kikHfoLWwutkZuG2amLhbtG66etej+kZu3orshYeHf3IE53/ctuTWAAAAAElFTkSuQmCC","Name":"Small copy red 20","Paragraph":{"Font":{"Name":"Times New Roman","NameFarEast":"+mn-ea","NameComplexScript":"+mn-cs","Size":20.0,"Bold":false,"Italic":false,"Underline":false,"Color":"230, 30, 40","SmallCaps":false,"AllCaps":false},"Alignment":0,"IndentBefore":0.0,"FirstLineIndent":0.0,"ParagraphSpacing":{"Before":0.0,"After":0.0,"LineSpacing":1.0,"MeasureInLines":true}},"List":{"Visible":false,"BulletType":4,"StartValue":1,"IndentLevel":1,"Character":8226,"CharacterFont":"","BulletStyle":0,"BulletSize":1.0,"BulletColor":"Black"}},{"Base64Png":"data:image/png;base64,iVBORw0KGgoAAAANSUhEUgAAAJ8AAAAUCAYAAACTbO/7AAAAAXNSR0IArs4c6QAAAARnQU1BAACxjwv8YQUAAAAJcEhZcwAAFiUAABYlAUlSJPAAAAPNSURBVGhD7Zo9ktswDIV9krjNXVzuUVztUVz4Jh4fxdttocKFGxcqGIKmpAeIIEFLzqwTvhnMZCXxB+BHEJKzaWr6MepPR3fdfbjvX78n839fD2fXO+fiY4t03099X0/L+uwP01y7w9cq83ul3OlznO/3/hzm69zZXbfx2vbT3VeK8yvkLkfXxbnm4u0u3ifBUbc/uvtF8e2+F9BJWykwDb7o/xvCh2unxZt8HACd2fbD3SSALCg52x0XZ8AGX/Q/wvcOcu7L4bpp8Z5tJA8atb3tMu1Yxz4oCFiPAUuRW6kGX/T/TeB7lGLTmg2WijeuB65tyIbasVsCQruvDUbSwJB99QdI0x7umvpSjkEbpcNdpjgcdjKOS0a17SkNMNUwN1+WsOf9XLvdY3fHx0bN+g9+fbkUfNqxO/eNQ1A1tvcLx7ZuVDZfapfJYCzD1SQpdHSYrAWApfCpZjze2bw1E3WUPAakdSIjYZGdNBHoUv+jVcBHG2P8N1qFbx30UQ1fYvPM4ZNHLmyW0F5JKqwhmm9E2eOmZITF8EXQ6Xp4Q4I5yP5SkvCxvmARsC8+5/g8ZQslu4/XBWT4gob+sWwRFuHRhjIXg7gGPm+WOLGxITOy0slbDXx4epjh00xLKnLBZgagDFoK38wBDJKhJmILJJ5Pjc8CJALB7ilju4uH1ENER/DQN++fZ55cTKrgM/hG0jYQKRd3q6rgi/CHmFjHDvUN1QwKiOgUBuEZ+GSbHBwpaWOQUveKR+hgMHbIirI+FDb2r4A0KLW5LPCZfEPwC2PL/qyqgQ/XlsXdWFIF9QQj7nRojEFYHb5EAKWqF8gKH4yN8x3KkLs/AdIAFODD8VeHrzD234RPlCjq3CxUrhUg0o/JfMrRisrFJg2APfv8e/Ch71b4sBGZDzK+woc6x5D55GS0GoNlEgFAanFyWnOBkmBkYLX4lzsN1oaPlBtbm2+NSgBr88omOBaUgrFOccGMb1cMPm+WN1RNSxeIAKBAaLuWBQ2u5/xjMSGYoM3YF9kL4MuNPV4XbWpUgi8VL4ptblMEFX/bJRPUssAJ074rSfiSJrKMpqcWiOaMmV6Y7OeZ+da0WRU+eYqBXZVPQzUqwUdiG0Babl2H/9XCdqgnmL6ma9/6HhlrcowyID2rBUjugjV/4YiXg3L3wm6Ub/SKj4+dCzGhePgg9ixbTtCQxv6lX7gwL4CPNJtv9MsCTknWPuZMzD/TNf1HWgO+piZVmBFDDR6zKDuOYy0WGjQ1rSVW8GuWq7uampYo/EKFNd9gse6y1tOv1WbzB3Lsi7ogNx8aAAAAAElFTkSuQmCC","Name":"Sub heading 16","Paragraph":{"Font":{"Name":"Arial","NameFarEast":"+mn-ea","NameComplexScript":"Arial","Size":16.0,"Bold":true,"Italic":false,"Underline":false,"Color":"230, 30, 40","SmallCaps":false,"AllCaps":false},"Alignment":0,"IndentBefore":0.0,"FirstLineIndent":0.0,"ParagraphSpacing":{"Before":0.0,"After":0.0,"LineSpacing":1.0,"MeasureInLines":true}},"List":{"Visible":false,"BulletType":4,"StartValue":1,"IndentLevel":1,"Character":8226,"CharacterFont":"","BulletStyle":0,"BulletSize":1.0,"BulletColor":"Black"}},{"Base64Png":"data:image/png;base64,iVBORw0KGgoAAAANSUhEUgAAAKoAAAAUCAYAAAAdtqaHAAAAAXNSR0IArs4c6QAAAARnQU1BAACxjwv8YQUAAAAJcEhZcwAAFiUAABYlAUlSJPAAAASHSURBVGhD7VkLcoUgDPRcHsjzeBov42FoFkgMGDD4+n11Z5i2EEKyWQHt9ODBgz+KbZnDNM1h3QP9fPDrEPYtLPOE4sQ2L2vYqFjbsoQt/J+iPUL9HOykp3VdwkyamonM3N1FCHvY8hz8OS1bOS/sa5jzANUnDu4bTUDf9J5CRc6Lk8AHY6DdLUzzLILzCFX0Ni9hpR2SdVhgW2xBxgXfVKjI2fukP7iHpJ9rnvcVp9iFHbbbNSr/fNylsfcTqouYBy/DI1SvmCPSjoptdz1tufqOKnbK8SH01Oj2IP1830Dfjt+zzayuGF47hthnGzxgtZ32iTj1sbLQkQSTotF8+hnv6SvdUWf10J7i2+jKkPM148OVIo8jtrvXi/TOcMSKd4ZXuYjxK3u2pTeRsIgPalkHmCu1NbRxhSsRyrpe3yBXJ7vQHSGNnGHtRpGMLGKQgb5C1EQyF57nszi8doAQpxKDCDGk+2qfeClM/tJDZxEYBZbn6NPlFF/mhuPjfAHmkf1C1Aev1FQuPbAfroPUR+V4l4sWv/HBiHblCZrERH153giuhCocrmmDwO+x4RRvrSdkXBi3FrcKZxaTCVZiGLM7X1F4fiE8LpohjlYO1pqAGV8lSiCJoiy01deDxFDFnb5GHH5GuDDjd9YBfTVPXvSEqteHUCmEaHM83OfcBJicCIFhaqdivihUoO732EliardgmDtOj6TOWBKWX6iyI3F8lShbubXAfnv2o1x4+MXfchQXOXUEc4G+UNvHPsdlbTIF0v2IDGFMTSf4GUKtfXjseonJmBJJl6TO2F2hAu25/mJzbDUXGqNceOsA6BxijsYaXnRrYPDHsHKIaH3Ul91VBdta3CLjiiDu99j1i3PezbokdcZeEWqMEXHQXRAxyr1voNi92BijXHjrAHBeWB/zenFcoVsDzkHxx7ByiIAgdWEYFiGtxS0yWgSl/mNNj90R/DlWK+kuSZ2xV4QKxLfqi7f1HsRvXSSFUS68dQDEN76QNHThRV+oDTESjhgq7mJxKsIBUwDNAiUydFAtguJ6KohRuzpxjknP/wmhRr/q7zs4Cph860LBP8cwwoWXXwbzY42NoMczwON1XFYOEak45BBPfy4QCLOKJuLFk4AsYEe7SPF9MifIBLEt5vMnFIvIKztdRPl0w31kiL8ZrUICWmQp/hTvkVu5rvCjfFnFZDur4Zsl/XRBfBeN8lFr3eHiil8G+2kJzAvJo5O7aIxz4Pcjaw7fUfXHbLS584kqFhot20QySKzFp4ZMEPrEL9lzUAyvHQASyy8T5ZpSLBlHS/lhnHHcv1P8Il7VZvJb+0LxjsLnlgVk+dDNEkUL8FXUgjaRuhZXXDBG+GW0roMetHhoCV//EyLl0I7rSyAEXRTIa/fbgQe4RTJyfHWHuotRfuPJ8uKx/6fwn4Qad5FOccO2mafTd2CU3598qL4d6Vjqb/mA1+63g8UQ/3+uBIn8cKXqHbNfCS+/HH9q56vSW0K/lHCzSPLa/RWkO74uOOWT78AY/26M8ItrS7wn/mC8NqbpA7wV5FieOtTNAAAAAElFTkSuQmCC","Name":"Supporting copy 16","Paragraph":{"Font":{"Name":"Times New Roman","NameFarEast":"+mn-ea","NameComplexScript":"+mn-cs","Size":16.0,"Bold":false,"Italic":false,"Underline":false,"Color":"Black","SmallCaps":false,"AllCaps":false},"Alignment":0,"IndentBefore":0.0,"FirstLineIndent":0.0,"ParagraphSpacing":{"Before":0.0,"After":0.0,"LineSpacing":1.0,"MeasureInLines":true}},"List":{"Visible":false,"BulletType":4,"StartValue":1,"IndentLevel":1,"Character":8226,"CharacterFont":"","BulletStyle":0,"BulletSize":1.0,"BulletColor":"Black"}},{"Base64Png":"data:image/png;base64,iVBORw0KGgoAAAANSUhEUgAAAHEAAAAPCAYAAADTViBhAAAAAXNSR0IArs4c6QAAAARnQU1BAACxjwv8YQUAAAAJcEhZcwAAFiUAABYlAUlSJPAAAAKHSURBVFhH7VeLbQMhDM1cDMQ8THPLZBjqD2AbzKdtVDXRPQnlwMaY9wx3edz4EOR85Qg/+Oi2eOFvQ/WHYTN+43fI+ZlTAL5DgifLba/RlPtnCmCI4C4OPIYTZfwW8fUwInUisrjCf9XE5d8TEZGvSJO8CrnxWpAGvYhXygkGSldObHdDEmYiIq6IVRJMsBuvhyeiB9LjuyKyjY9wf51WW2sqeDvFpsEaz5QDPMerXiO87iwWx8EiKlVYbK0qle8pzNxu/mBTxEKSJXftwwVu5/Ge5Kr0udU4EbGugdsvQ4KViFWMkFK7u5lD3JCcUCEbbCX5ulhL0Agr601jwXWCpLF/id1i6L7M3aEnwubNtgAd7TvmLuvxTVVFG0m+4lluRyIiTzOflYhs08LZJBG8EdncIAr1y0YnMSr8WIp0t39GFIJEmxDBgloe9Hpe7kM+Kj4V80aYihMRlwWxElG/E/uEjcCritYbc4hATGP1JG36O6zI8nggIeAH9+Ktpe3cl9OI+3hFXgi0L2N5ySOYTBARZlNfbYJtMkcTL/16qpSfR8Qi1k40L94K/VoaNWeTG3jWV4Obu7KXoSIICKj+HuywEhHzqkWCwDySWo/gichjcwHYLqLpPm9sQpRDxDJW57/r71BJNx8zECPyYvwOVLlTLt0toufSTdWR762xgxcHUQvLNsVtW2zSjPrGFwm2c0OEainP8uVpm/44wtaE6PLQsXSLMF+P274UwQ7DvhV5IqRjKyKGgEU22jWeKR7lM2rQF7O2lfaN4vgxiAg476VLYAL80/kuOD31JMxE3LeBvoLKEI3pk/2OOBUR97rz+fcYriRonyIgPmLzRGrX319cd4/H4wuEfW4cYfIe5wAAAABJRU5ErkJggg==","Name":"Diagram copy 12","Paragraph":{"Font":{"Name":"Times New Roman","NameFarEast":"+mn-ea","NameComplexScript":"+mn-cs","Size":12.0,"Bold":false,"Italic":false,"Underline":false,"Color":"Black","SmallCaps":false,"AllCaps":false},"Alignment":0,"IndentBefore":0.0,"FirstLineIndent":0.0,"ParagraphSpacing":{"Before":0.0,"After":0.0,"LineSpacing":1.0,"MeasureInLines":true}},"List":{"Visible":false,"BulletType":4,"StartValue":1,"IndentLevel":1,"Character":8226,"CharacterFont":"","BulletStyle":0,"BulletSize":1.0,"BulletColor":"Black"}}]}]]></PpStyles>
</file>

<file path=customXml/item3.xml><?xml version="1.0" encoding="utf-8"?>
<TemplafyFormConfiguration><![CDATA[{"formFields":[],"formDataEntries":[]}]]></TemplafyFormConfiguration>
</file>

<file path=customXml/itemProps1.xml><?xml version="1.0" encoding="utf-8"?>
<ds:datastoreItem xmlns:ds="http://schemas.openxmlformats.org/officeDocument/2006/customXml" ds:itemID="{CBB68CCC-1B51-492A-84E3-3500C75307DB}">
  <ds:schemaRefs/>
</ds:datastoreItem>
</file>

<file path=customXml/itemProps2.xml><?xml version="1.0" encoding="utf-8"?>
<ds:datastoreItem xmlns:ds="http://schemas.openxmlformats.org/officeDocument/2006/customXml" ds:itemID="{B38A1309-93A8-4147-848C-9DBE227067B1}">
  <ds:schemaRefs/>
</ds:datastoreItem>
</file>

<file path=customXml/itemProps3.xml><?xml version="1.0" encoding="utf-8"?>
<ds:datastoreItem xmlns:ds="http://schemas.openxmlformats.org/officeDocument/2006/customXml" ds:itemID="{85C9654A-CB65-48CF-ADF0-1162351C4C97}">
  <ds:schemaRefs/>
</ds:datastoreItem>
</file>

<file path=docMetadata/LabelInfo.xml><?xml version="1.0" encoding="utf-8"?>
<clbl:labelList xmlns:clbl="http://schemas.microsoft.com/office/2020/mipLabelMetadata">
  <clbl:label id="{82fa3fd3-029b-403d-91b4-1dc930cb0e60}" enabled="1" method="Privileged" siteId="{4ae48b41-0137-4599-8661-fc641fe77be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</TotalTime>
  <Words>386</Words>
  <Application>Microsoft Macintosh PowerPoint</Application>
  <PresentationFormat>Widescreen</PresentationFormat>
  <Paragraphs>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Times New Roman</vt:lpstr>
      <vt:lpstr>Arup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Read</dc:creator>
  <cp:lastModifiedBy>Katie Steckles</cp:lastModifiedBy>
  <cp:revision>61</cp:revision>
  <dcterms:created xsi:type="dcterms:W3CDTF">2024-07-16T15:33:16Z</dcterms:created>
  <dcterms:modified xsi:type="dcterms:W3CDTF">2025-11-23T18:14:46Z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2fa3fd3-029b-403d-91b4-1dc930cb0e60_Enabled">
    <vt:lpwstr>true</vt:lpwstr>
  </property>
  <property fmtid="{D5CDD505-2E9C-101B-9397-08002B2CF9AE}" pid="3" name="MSIP_Label_82fa3fd3-029b-403d-91b4-1dc930cb0e60_SetDate">
    <vt:lpwstr>2022-06-29T16:26:25Z</vt:lpwstr>
  </property>
  <property fmtid="{D5CDD505-2E9C-101B-9397-08002B2CF9AE}" pid="4" name="MSIP_Label_82fa3fd3-029b-403d-91b4-1dc930cb0e60_Method">
    <vt:lpwstr>Privileged</vt:lpwstr>
  </property>
  <property fmtid="{D5CDD505-2E9C-101B-9397-08002B2CF9AE}" pid="5" name="MSIP_Label_82fa3fd3-029b-403d-91b4-1dc930cb0e60_Name">
    <vt:lpwstr>82fa3fd3-029b-403d-91b4-1dc930cb0e60</vt:lpwstr>
  </property>
  <property fmtid="{D5CDD505-2E9C-101B-9397-08002B2CF9AE}" pid="6" name="MSIP_Label_82fa3fd3-029b-403d-91b4-1dc930cb0e60_SiteId">
    <vt:lpwstr>4ae48b41-0137-4599-8661-fc641fe77bea</vt:lpwstr>
  </property>
  <property fmtid="{D5CDD505-2E9C-101B-9397-08002B2CF9AE}" pid="7" name="MSIP_Label_82fa3fd3-029b-403d-91b4-1dc930cb0e60_ActionId">
    <vt:lpwstr>d2f615bd-5adc-4406-b42c-8cea75de1189</vt:lpwstr>
  </property>
  <property fmtid="{D5CDD505-2E9C-101B-9397-08002B2CF9AE}" pid="8" name="MSIP_Label_82fa3fd3-029b-403d-91b4-1dc930cb0e60_ContentBits">
    <vt:lpwstr>0</vt:lpwstr>
  </property>
  <property fmtid="{D5CDD505-2E9C-101B-9397-08002B2CF9AE}" pid="9" name="TemplafyTimeStamp">
    <vt:lpwstr>2023-09-08T16:08:04</vt:lpwstr>
  </property>
  <property fmtid="{D5CDD505-2E9C-101B-9397-08002B2CF9AE}" pid="10" name="TemplafyTenantId">
    <vt:lpwstr>arup</vt:lpwstr>
  </property>
  <property fmtid="{D5CDD505-2E9C-101B-9397-08002B2CF9AE}" pid="11" name="TemplafyTemplateId">
    <vt:lpwstr>727825872225304958</vt:lpwstr>
  </property>
  <property fmtid="{D5CDD505-2E9C-101B-9397-08002B2CF9AE}" pid="12" name="TemplafyUserProfileId">
    <vt:lpwstr>637792187820993063</vt:lpwstr>
  </property>
  <property fmtid="{D5CDD505-2E9C-101B-9397-08002B2CF9AE}" pid="13" name="TemplafyLanguageCode">
    <vt:lpwstr>en-GB</vt:lpwstr>
  </property>
  <property fmtid="{D5CDD505-2E9C-101B-9397-08002B2CF9AE}" pid="14" name="PPStyles">
    <vt:lpwstr/>
  </property>
  <property fmtid="{D5CDD505-2E9C-101B-9397-08002B2CF9AE}" pid="15" name="TemplafyFromBlank">
    <vt:bool>true</vt:bool>
  </property>
</Properties>
</file>